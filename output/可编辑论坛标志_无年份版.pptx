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adf2229e654603" /><Relationship Type="http://schemas.openxmlformats.org/officeDocument/2006/relationships/extended-properties" Target="/docProps/app.xml" Id="R94f1652d27114d39" /><Relationship Type="http://schemas.openxmlformats.org/officeDocument/2006/relationships/officeDocument" Target="/ppt/presentation.xml" Id="Rd6d4f6bea86f47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bd5f35ee384986"/>
  </p:sldMasterIdLst>
  <p:notesMasterIdLst>
    <p:notesMasterId xmlns:r="http://schemas.openxmlformats.org/officeDocument/2006/relationships" r:id="R39d4fea349ef47dc"/>
  </p:notesMasterIdLst>
  <p:sldIdLst>
    <p:sldId xmlns:r="http://schemas.openxmlformats.org/officeDocument/2006/relationships" id="256" r:id="R3807b3039de5440e"/>
  </p:sldIdLst>
  <p:sldSz cx="8172450" cy="81724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d414e58866495c" /><Relationship Type="http://schemas.openxmlformats.org/officeDocument/2006/relationships/slideMaster" Target="/ppt/slideMasters/slideMaster1.xml" Id="Rf9bd5f35ee384986" /><Relationship Type="http://schemas.openxmlformats.org/officeDocument/2006/relationships/notesMaster" Target="/ppt/notesMasters/notesMaster1.xml" Id="R39d4fea349ef47dc" /><Relationship Type="http://schemas.openxmlformats.org/officeDocument/2006/relationships/presProps" Target="/ppt/presProps.xml" Id="Rc441aa2dbc924c3e" /><Relationship Type="http://schemas.openxmlformats.org/officeDocument/2006/relationships/tableStyles" Target="/ppt/tableStyles.xml" Id="Rc9ad8d449e974690" /><Relationship Type="http://schemas.openxmlformats.org/officeDocument/2006/relationships/slide" Target="/ppt/slides/slide1.xml" Id="R3807b3039de544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174c6a94a441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e763bab85d45ca" /><Relationship Type="http://schemas.openxmlformats.org/officeDocument/2006/relationships/notesMaster" Target="/ppt/notesMasters/notesMaster1.xml" Id="R395f099abd034d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3b9203de64b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eb8dfb98544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a66ed13ca48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e92e22d8d4f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eaf0bc47c44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4ed89964c147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4FBFDA-B4C0-4102-ABB0-52311A429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7245" y="3087370"/>
            <a:ext cx="6537960" cy="1180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9454A9-2ADB-4B54-B736-B4452F877B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25868" y="4494848"/>
            <a:ext cx="5720715" cy="90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591131E-96B1-45E2-9B00-ECD301069A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7245" y="3405188"/>
            <a:ext cx="653796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0DF3CB-850D-45D3-B7C2-B52DBD285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9700" y="635635"/>
            <a:ext cx="7253049" cy="998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F0B341-CD3A-4364-9928-246C2C702A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9700" y="2270125"/>
            <a:ext cx="7253049" cy="508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23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7545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61856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66167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70478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74790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79101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83412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8772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39B45B-529E-43BC-A0B8-F1328CAE99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9700" y="635635"/>
            <a:ext cx="7253049" cy="998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D24C03-1ECD-4C43-BD40-88DA5A1F39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9700" y="2270125"/>
            <a:ext cx="3371136" cy="508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23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7545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61856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66167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70478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74790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79101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83412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8772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828570-864B-4E49-B5E7-45E1E91EA8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341614" y="2270125"/>
            <a:ext cx="3371136" cy="508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23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7545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61856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66167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70478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74790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79101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83412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8772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11B0FF-3E92-4A6C-9659-13AAB07699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9700" y="635635"/>
            <a:ext cx="7253049" cy="998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41947D-4621-4B15-95ED-C9C6115828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9700" y="2270125"/>
            <a:ext cx="3371136" cy="508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23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7545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61856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66167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70478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74790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79101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83412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8772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a73cae4d504f66" /><Relationship Type="http://schemas.openxmlformats.org/officeDocument/2006/relationships/slideLayout" Target="/ppt/slideLayouts/slideLayout1.xml" Id="R432eb7354523492a" /><Relationship Type="http://schemas.openxmlformats.org/officeDocument/2006/relationships/slideLayout" Target="/ppt/slideLayouts/slideLayout2.xml" Id="Ra07fe51ff9704584" /><Relationship Type="http://schemas.openxmlformats.org/officeDocument/2006/relationships/slideLayout" Target="/ppt/slideLayouts/slideLayout3.xml" Id="Re675c5d30664444e" /><Relationship Type="http://schemas.openxmlformats.org/officeDocument/2006/relationships/slideLayout" Target="/ppt/slideLayouts/slideLayout4.xml" Id="Rccb7cc49a9484817" /><Relationship Type="http://schemas.openxmlformats.org/officeDocument/2006/relationships/slideLayout" Target="/ppt/slideLayouts/slideLayout5.xml" Id="R1ca8712692674091" /><Relationship Type="http://schemas.openxmlformats.org/officeDocument/2006/relationships/slideLayout" Target="/ppt/slideLayouts/slideLayout6.xml" Id="R73e10e2d067344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2eb7354523492a"/>
    <p:sldLayoutId xmlns:r="http://schemas.openxmlformats.org/officeDocument/2006/relationships" id="2147483650" r:id="Ra07fe51ff9704584"/>
    <p:sldLayoutId xmlns:r="http://schemas.openxmlformats.org/officeDocument/2006/relationships" id="2147483651" r:id="Re675c5d30664444e"/>
    <p:sldLayoutId xmlns:r="http://schemas.openxmlformats.org/officeDocument/2006/relationships" id="2147483652" r:id="Rccb7cc49a9484817"/>
    <p:sldLayoutId xmlns:r="http://schemas.openxmlformats.org/officeDocument/2006/relationships" id="2147483653" r:id="R1ca8712692674091"/>
    <p:sldLayoutId xmlns:r="http://schemas.openxmlformats.org/officeDocument/2006/relationships" id="2147483654" r:id="R73e10e2d067344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e2480523e4bf4" /><Relationship Type="http://schemas.openxmlformats.org/officeDocument/2006/relationships/notesSlide" Target="/ppt/notesSlides/notesSlide1.xml" Id="Rcc846d716d4749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外圆环">
            <a:extLst xmlns:a="http://schemas.openxmlformats.org/drawingml/2006/main">
              <a:ext uri="{FF2B5EF4-FFF2-40B4-BE49-F238E27FC236}">
                <a16:creationId xmlns:a16="http://schemas.microsoft.com/office/drawing/2014/main" id="{3257AE02-27DC-4DF6-B386-1667E8F9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8" y="357188"/>
            <a:ext cx="7458075" cy="7458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7146">
            <a:solidFill>
              <a:srgbClr val="08479F"/>
            </a:solidFill>
            <a:prstDash val="solid"/>
          </a:ln>
        </p:spPr>
      </p:sp>
      <p:sp>
        <p:nvSpPr>
          <p:cNvPr id="2" name="内圆环">
            <a:extLst xmlns:a="http://schemas.openxmlformats.org/drawingml/2006/main">
              <a:ext uri="{FF2B5EF4-FFF2-40B4-BE49-F238E27FC236}">
                <a16:creationId xmlns:a16="http://schemas.microsoft.com/office/drawing/2014/main" id="{65F8479F-3798-4A76-BBE5-D85CF81C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3" y="1471613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718">
            <a:solidFill>
              <a:srgbClr val="08479F"/>
            </a:solidFill>
            <a:prstDash val="solid"/>
          </a:ln>
        </p:spPr>
      </p:sp>
      <p:sp>
        <p:nvSpPr>
          <p:cNvPr id="3" name="智">
            <a:extLst xmlns:a="http://schemas.openxmlformats.org/drawingml/2006/main">
              <a:ext uri="{FF2B5EF4-FFF2-40B4-BE49-F238E27FC236}">
                <a16:creationId xmlns:a16="http://schemas.microsoft.com/office/drawing/2014/main" id="{B525FB7D-DD01-4989-9DAC-9713FBC4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60000">
            <a:off x="1044161" y="2247154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智</a:t>
            </a:r>
          </a:p>
        </p:txBody>
      </p:sp>
      <p:sp>
        <p:nvSpPr>
          <p:cNvPr id="4" name="能">
            <a:extLst xmlns:a="http://schemas.openxmlformats.org/drawingml/2006/main">
              <a:ext uri="{FF2B5EF4-FFF2-40B4-BE49-F238E27FC236}">
                <a16:creationId xmlns:a16="http://schemas.microsoft.com/office/drawing/2014/main" id="{F974F4A7-7F97-40C1-A612-2179B466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28000">
            <a:off x="1421297" y="1710543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能</a:t>
            </a:r>
          </a:p>
        </p:txBody>
      </p:sp>
      <p:sp>
        <p:nvSpPr>
          <p:cNvPr id="5" name="感">
            <a:extLst xmlns:a="http://schemas.openxmlformats.org/drawingml/2006/main">
              <a:ext uri="{FF2B5EF4-FFF2-40B4-BE49-F238E27FC236}">
                <a16:creationId xmlns:a16="http://schemas.microsoft.com/office/drawing/2014/main" id="{E7B9B960-B632-4235-A447-0742C326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96000">
            <a:off x="1903315" y="12657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感</a:t>
            </a:r>
          </a:p>
        </p:txBody>
      </p:sp>
      <p:sp>
        <p:nvSpPr>
          <p:cNvPr id="6" name="知">
            <a:extLst xmlns:a="http://schemas.openxmlformats.org/drawingml/2006/main">
              <a:ext uri="{FF2B5EF4-FFF2-40B4-BE49-F238E27FC236}">
                <a16:creationId xmlns:a16="http://schemas.microsoft.com/office/drawing/2014/main" id="{AE5632DB-5FDC-4503-B4F5-39ABE508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64000">
            <a:off x="2468443" y="932864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知</a:t>
            </a:r>
          </a:p>
        </p:txBody>
      </p:sp>
      <p:sp>
        <p:nvSpPr>
          <p:cNvPr id="7" name="与">
            <a:extLst xmlns:a="http://schemas.openxmlformats.org/drawingml/2006/main">
              <a:ext uri="{FF2B5EF4-FFF2-40B4-BE49-F238E27FC236}">
                <a16:creationId xmlns:a16="http://schemas.microsoft.com/office/drawing/2014/main" id="{2F27D109-CF77-47DC-9087-06759FD0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32000">
            <a:off x="3091156" y="726922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与</a:t>
            </a:r>
          </a:p>
        </p:txBody>
      </p:sp>
      <p:sp>
        <p:nvSpPr>
          <p:cNvPr id="8" name="光">
            <a:extLst xmlns:a="http://schemas.openxmlformats.org/drawingml/2006/main">
              <a:ext uri="{FF2B5EF4-FFF2-40B4-BE49-F238E27FC236}">
                <a16:creationId xmlns:a16="http://schemas.microsoft.com/office/drawing/2014/main" id="{3B54A9AD-590D-48F8-A97F-FBB2F9FD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6572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光</a:t>
            </a:r>
          </a:p>
        </p:txBody>
      </p:sp>
      <p:sp>
        <p:nvSpPr>
          <p:cNvPr id="9" name="电">
            <a:extLst xmlns:a="http://schemas.openxmlformats.org/drawingml/2006/main">
              <a:ext uri="{FF2B5EF4-FFF2-40B4-BE49-F238E27FC236}">
                <a16:creationId xmlns:a16="http://schemas.microsoft.com/office/drawing/2014/main" id="{30FF2107-E580-443E-9AE1-15387BA3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32000">
            <a:off x="4395494" y="726922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电</a:t>
            </a:r>
          </a:p>
        </p:txBody>
      </p:sp>
      <p:sp>
        <p:nvSpPr>
          <p:cNvPr id="10" name="信">
            <a:extLst xmlns:a="http://schemas.openxmlformats.org/drawingml/2006/main">
              <a:ext uri="{FF2B5EF4-FFF2-40B4-BE49-F238E27FC236}">
                <a16:creationId xmlns:a16="http://schemas.microsoft.com/office/drawing/2014/main" id="{F7661ECF-3FFD-433C-8611-4C6948F0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64000">
            <a:off x="5018207" y="932864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信</a:t>
            </a:r>
          </a:p>
        </p:txBody>
      </p:sp>
      <p:sp>
        <p:nvSpPr>
          <p:cNvPr id="11" name="息">
            <a:extLst xmlns:a="http://schemas.openxmlformats.org/drawingml/2006/main">
              <a:ext uri="{FF2B5EF4-FFF2-40B4-BE49-F238E27FC236}">
                <a16:creationId xmlns:a16="http://schemas.microsoft.com/office/drawing/2014/main" id="{26CC5AC9-C65D-40D4-ADD2-D070BA5A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96000">
            <a:off x="5583335" y="12657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息</a:t>
            </a:r>
          </a:p>
        </p:txBody>
      </p:sp>
      <p:sp>
        <p:nvSpPr>
          <p:cNvPr id="12" name="处">
            <a:extLst xmlns:a="http://schemas.openxmlformats.org/drawingml/2006/main">
              <a:ext uri="{FF2B5EF4-FFF2-40B4-BE49-F238E27FC236}">
                <a16:creationId xmlns:a16="http://schemas.microsoft.com/office/drawing/2014/main" id="{3656F8F4-88B0-4D8A-8C71-76D7D105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28000">
            <a:off x="6065353" y="1710543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处</a:t>
            </a:r>
          </a:p>
        </p:txBody>
      </p:sp>
      <p:sp>
        <p:nvSpPr>
          <p:cNvPr id="13" name="理">
            <a:extLst xmlns:a="http://schemas.openxmlformats.org/drawingml/2006/main">
              <a:ext uri="{FF2B5EF4-FFF2-40B4-BE49-F238E27FC236}">
                <a16:creationId xmlns:a16="http://schemas.microsoft.com/office/drawing/2014/main" id="{A8A23AA1-E807-4304-897E-908A9F2D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60000">
            <a:off x="6442489" y="2247154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理</a:t>
            </a:r>
          </a:p>
        </p:txBody>
      </p:sp>
      <p:sp>
        <p:nvSpPr>
          <p:cNvPr id="14" name="研">
            <a:extLst xmlns:a="http://schemas.openxmlformats.org/drawingml/2006/main">
              <a:ext uri="{FF2B5EF4-FFF2-40B4-BE49-F238E27FC236}">
                <a16:creationId xmlns:a16="http://schemas.microsoft.com/office/drawing/2014/main" id="{D2AC19ED-D287-4BE8-B8F8-3BB61B4A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0">
            <a:off x="1460109" y="5606619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研</a:t>
            </a:r>
          </a:p>
        </p:txBody>
      </p:sp>
      <p:sp>
        <p:nvSpPr>
          <p:cNvPr id="15" name="究">
            <a:extLst xmlns:a="http://schemas.openxmlformats.org/drawingml/2006/main">
              <a:ext uri="{FF2B5EF4-FFF2-40B4-BE49-F238E27FC236}">
                <a16:creationId xmlns:a16="http://schemas.microsoft.com/office/drawing/2014/main" id="{54E932E1-4F53-41EB-A029-AC17EFDA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00000">
            <a:off x="2097421" y="6173779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究</a:t>
            </a:r>
          </a:p>
        </p:txBody>
      </p:sp>
      <p:sp>
        <p:nvSpPr>
          <p:cNvPr id="16" name="生">
            <a:extLst xmlns:a="http://schemas.openxmlformats.org/drawingml/2006/main">
              <a:ext uri="{FF2B5EF4-FFF2-40B4-BE49-F238E27FC236}">
                <a16:creationId xmlns:a16="http://schemas.microsoft.com/office/drawing/2014/main" id="{A5BEBB94-E7FA-4872-BCAC-BDF6BD39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0000">
            <a:off x="2870624" y="6534329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生</a:t>
            </a:r>
          </a:p>
        </p:txBody>
      </p:sp>
      <p:sp>
        <p:nvSpPr>
          <p:cNvPr id="17" name="创">
            <a:extLst xmlns:a="http://schemas.openxmlformats.org/drawingml/2006/main">
              <a:ext uri="{FF2B5EF4-FFF2-40B4-BE49-F238E27FC236}">
                <a16:creationId xmlns:a16="http://schemas.microsoft.com/office/drawing/2014/main" id="{C33EDD97-1A00-472B-9E88-A2693B00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665797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创</a:t>
            </a:r>
          </a:p>
        </p:txBody>
      </p:sp>
      <p:sp>
        <p:nvSpPr>
          <p:cNvPr id="18" name="新">
            <a:extLst xmlns:a="http://schemas.openxmlformats.org/drawingml/2006/main">
              <a:ext uri="{FF2B5EF4-FFF2-40B4-BE49-F238E27FC236}">
                <a16:creationId xmlns:a16="http://schemas.microsoft.com/office/drawing/2014/main" id="{61B6D128-DACB-4B49-A115-8DE09DF8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00000">
            <a:off x="4558876" y="6534329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新</a:t>
            </a:r>
          </a:p>
        </p:txBody>
      </p:sp>
      <p:sp>
        <p:nvSpPr>
          <p:cNvPr id="19" name="论">
            <a:extLst xmlns:a="http://schemas.openxmlformats.org/drawingml/2006/main">
              <a:ext uri="{FF2B5EF4-FFF2-40B4-BE49-F238E27FC236}">
                <a16:creationId xmlns:a16="http://schemas.microsoft.com/office/drawing/2014/main" id="{317E3E1A-000C-4438-A398-D0D903F3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00000">
            <a:off x="5332079" y="6173779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论</a:t>
            </a:r>
          </a:p>
        </p:txBody>
      </p:sp>
      <p:sp>
        <p:nvSpPr>
          <p:cNvPr id="20" name="坛">
            <a:extLst xmlns:a="http://schemas.openxmlformats.org/drawingml/2006/main">
              <a:ext uri="{FF2B5EF4-FFF2-40B4-BE49-F238E27FC236}">
                <a16:creationId xmlns:a16="http://schemas.microsoft.com/office/drawing/2014/main" id="{3C34581B-29DE-48AF-9E55-677C01C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0">
            <a:off x="5969391" y="5606619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坛</a:t>
            </a:r>
          </a:p>
        </p:txBody>
      </p:sp>
      <p:sp>
        <p:nvSpPr>
          <p:cNvPr id="21" name="光束">
            <a:extLst xmlns:a="http://schemas.openxmlformats.org/drawingml/2006/main">
              <a:ext uri="{FF2B5EF4-FFF2-40B4-BE49-F238E27FC236}">
                <a16:creationId xmlns:a16="http://schemas.microsoft.com/office/drawing/2014/main" id="{65024D3F-FE24-409C-9DD0-F908FE94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光束">
            <a:extLst xmlns:a="http://schemas.openxmlformats.org/drawingml/2006/main">
              <a:ext uri="{FF2B5EF4-FFF2-40B4-BE49-F238E27FC236}">
                <a16:creationId xmlns:a16="http://schemas.microsoft.com/office/drawing/2014/main" id="{F278A668-82A0-415D-A2FB-688BE8E7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8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光束">
            <a:extLst xmlns:a="http://schemas.openxmlformats.org/drawingml/2006/main">
              <a:ext uri="{FF2B5EF4-FFF2-40B4-BE49-F238E27FC236}">
                <a16:creationId xmlns:a16="http://schemas.microsoft.com/office/drawing/2014/main" id="{CA50CEA4-4A67-44B9-8D2A-0A6E7FD3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光束">
            <a:extLst xmlns:a="http://schemas.openxmlformats.org/drawingml/2006/main">
              <a:ext uri="{FF2B5EF4-FFF2-40B4-BE49-F238E27FC236}">
                <a16:creationId xmlns:a16="http://schemas.microsoft.com/office/drawing/2014/main" id="{4AFC08D5-64C0-40E7-8269-DF55A7E3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光束">
            <a:extLst xmlns:a="http://schemas.openxmlformats.org/drawingml/2006/main">
              <a:ext uri="{FF2B5EF4-FFF2-40B4-BE49-F238E27FC236}">
                <a16:creationId xmlns:a16="http://schemas.microsoft.com/office/drawing/2014/main" id="{C30C4910-CF8F-44B6-B834-4641F091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光束">
            <a:extLst xmlns:a="http://schemas.openxmlformats.org/drawingml/2006/main">
              <a:ext uri="{FF2B5EF4-FFF2-40B4-BE49-F238E27FC236}">
                <a16:creationId xmlns:a16="http://schemas.microsoft.com/office/drawing/2014/main" id="{7AE90EB7-76D1-448C-BE60-CA52F740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8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光束">
            <a:extLst xmlns:a="http://schemas.openxmlformats.org/drawingml/2006/main">
              <a:ext uri="{FF2B5EF4-FFF2-40B4-BE49-F238E27FC236}">
                <a16:creationId xmlns:a16="http://schemas.microsoft.com/office/drawing/2014/main" id="{96CBB6CB-E217-4F0E-AC70-553F989E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光束">
            <a:extLst xmlns:a="http://schemas.openxmlformats.org/drawingml/2006/main">
              <a:ext uri="{FF2B5EF4-FFF2-40B4-BE49-F238E27FC236}">
                <a16:creationId xmlns:a16="http://schemas.microsoft.com/office/drawing/2014/main" id="{0FE775B1-7F4B-4F31-A73B-CCEE7224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光束">
            <a:extLst xmlns:a="http://schemas.openxmlformats.org/drawingml/2006/main">
              <a:ext uri="{FF2B5EF4-FFF2-40B4-BE49-F238E27FC236}">
                <a16:creationId xmlns:a16="http://schemas.microsoft.com/office/drawing/2014/main" id="{3FB12C32-A83B-42BD-9CFD-D4333B34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光束">
            <a:extLst xmlns:a="http://schemas.openxmlformats.org/drawingml/2006/main">
              <a:ext uri="{FF2B5EF4-FFF2-40B4-BE49-F238E27FC236}">
                <a16:creationId xmlns:a16="http://schemas.microsoft.com/office/drawing/2014/main" id="{E8F54200-5DB4-4FCA-B510-2E11EFA4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038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光束">
            <a:extLst xmlns:a="http://schemas.openxmlformats.org/drawingml/2006/main">
              <a:ext uri="{FF2B5EF4-FFF2-40B4-BE49-F238E27FC236}">
                <a16:creationId xmlns:a16="http://schemas.microsoft.com/office/drawing/2014/main" id="{19FF9CFE-2450-4225-938D-9728E04C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光束">
            <a:extLst xmlns:a="http://schemas.openxmlformats.org/drawingml/2006/main">
              <a:ext uri="{FF2B5EF4-FFF2-40B4-BE49-F238E27FC236}">
                <a16:creationId xmlns:a16="http://schemas.microsoft.com/office/drawing/2014/main" id="{F00CA8F4-2D88-4A16-8899-6581F96F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光束">
            <a:extLst xmlns:a="http://schemas.openxmlformats.org/drawingml/2006/main">
              <a:ext uri="{FF2B5EF4-FFF2-40B4-BE49-F238E27FC236}">
                <a16:creationId xmlns:a16="http://schemas.microsoft.com/office/drawing/2014/main" id="{88FC7122-BA79-40DD-A0E3-69BFEDEA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E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光束">
            <a:extLst xmlns:a="http://schemas.openxmlformats.org/drawingml/2006/main">
              <a:ext uri="{FF2B5EF4-FFF2-40B4-BE49-F238E27FC236}">
                <a16:creationId xmlns:a16="http://schemas.microsoft.com/office/drawing/2014/main" id="{6076D06F-AFEB-47D9-8DDF-9DD341CF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488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光束">
            <a:extLst xmlns:a="http://schemas.openxmlformats.org/drawingml/2006/main">
              <a:ext uri="{FF2B5EF4-FFF2-40B4-BE49-F238E27FC236}">
                <a16:creationId xmlns:a16="http://schemas.microsoft.com/office/drawing/2014/main" id="{B54AD78F-6359-4174-B5BD-341A7B1B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光束">
            <a:extLst xmlns:a="http://schemas.openxmlformats.org/drawingml/2006/main">
              <a:ext uri="{FF2B5EF4-FFF2-40B4-BE49-F238E27FC236}">
                <a16:creationId xmlns:a16="http://schemas.microsoft.com/office/drawing/2014/main" id="{B5ED1C11-5AA2-457E-9FEE-522A1C7E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光束">
            <a:extLst xmlns:a="http://schemas.openxmlformats.org/drawingml/2006/main">
              <a:ext uri="{FF2B5EF4-FFF2-40B4-BE49-F238E27FC236}">
                <a16:creationId xmlns:a16="http://schemas.microsoft.com/office/drawing/2014/main" id="{1DD7A56F-EF0D-4AD9-9E2C-55910E2D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光束">
            <a:extLst xmlns:a="http://schemas.openxmlformats.org/drawingml/2006/main">
              <a:ext uri="{FF2B5EF4-FFF2-40B4-BE49-F238E27FC236}">
                <a16:creationId xmlns:a16="http://schemas.microsoft.com/office/drawing/2014/main" id="{2C1215BF-626B-4CA2-ADF1-8A97934F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光束">
            <a:extLst xmlns:a="http://schemas.openxmlformats.org/drawingml/2006/main">
              <a:ext uri="{FF2B5EF4-FFF2-40B4-BE49-F238E27FC236}">
                <a16:creationId xmlns:a16="http://schemas.microsoft.com/office/drawing/2014/main" id="{002EBA77-49D7-4B88-83C6-32FD0D8D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光束">
            <a:extLst xmlns:a="http://schemas.openxmlformats.org/drawingml/2006/main">
              <a:ext uri="{FF2B5EF4-FFF2-40B4-BE49-F238E27FC236}">
                <a16:creationId xmlns:a16="http://schemas.microsoft.com/office/drawing/2014/main" id="{1BD4AC3A-1047-484D-8D5E-8815A5CC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63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光束">
            <a:extLst xmlns:a="http://schemas.openxmlformats.org/drawingml/2006/main">
              <a:ext uri="{FF2B5EF4-FFF2-40B4-BE49-F238E27FC236}">
                <a16:creationId xmlns:a16="http://schemas.microsoft.com/office/drawing/2014/main" id="{073A5E8B-82E9-4BA3-BF34-6EC7F358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光束">
            <a:extLst xmlns:a="http://schemas.openxmlformats.org/drawingml/2006/main">
              <a:ext uri="{FF2B5EF4-FFF2-40B4-BE49-F238E27FC236}">
                <a16:creationId xmlns:a16="http://schemas.microsoft.com/office/drawing/2014/main" id="{D12B45B8-B94C-408B-8B87-2235A352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388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光束">
            <a:extLst xmlns:a="http://schemas.openxmlformats.org/drawingml/2006/main">
              <a:ext uri="{FF2B5EF4-FFF2-40B4-BE49-F238E27FC236}">
                <a16:creationId xmlns:a16="http://schemas.microsoft.com/office/drawing/2014/main" id="{CE1C1D85-0423-484E-904B-165CC34C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光束">
            <a:extLst xmlns:a="http://schemas.openxmlformats.org/drawingml/2006/main">
              <a:ext uri="{FF2B5EF4-FFF2-40B4-BE49-F238E27FC236}">
                <a16:creationId xmlns:a16="http://schemas.microsoft.com/office/drawing/2014/main" id="{170D42AC-920C-4976-ABF0-502B3E58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光传感器">
            <a:extLst xmlns:a="http://schemas.openxmlformats.org/drawingml/2006/main">
              <a:ext uri="{FF2B5EF4-FFF2-40B4-BE49-F238E27FC236}">
                <a16:creationId xmlns:a16="http://schemas.microsoft.com/office/drawing/2014/main" id="{D7B3764F-0B5B-4988-A91E-907AB899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1900238" y="2714625"/>
            <a:ext cx="500063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D4F5"/>
          </a:solidFill>
          <a:ln xmlns:a="http://schemas.openxmlformats.org/drawingml/2006/main" w="25718">
            <a:solidFill>
              <a:srgbClr val="08479F"/>
            </a:solidFill>
            <a:prstDash val="solid"/>
          </a:ln>
        </p:spPr>
      </p:sp>
      <p:sp>
        <p:nvSpPr>
          <p:cNvPr id="46" name="传感器透镜">
            <a:extLst xmlns:a="http://schemas.openxmlformats.org/drawingml/2006/main">
              <a:ext uri="{FF2B5EF4-FFF2-40B4-BE49-F238E27FC236}">
                <a16:creationId xmlns:a16="http://schemas.microsoft.com/office/drawing/2014/main" id="{6FCEF32E-F0CF-47A3-9E32-446F6862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2028825" y="2857500"/>
            <a:ext cx="214313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BF"/>
          </a:solidFill>
          <a:ln xmlns:a="http://schemas.openxmlformats.org/drawingml/2006/main" w="22860">
            <a:solidFill>
              <a:srgbClr val="08479F"/>
            </a:solidFill>
            <a:prstDash val="solid"/>
          </a:ln>
        </p:spPr>
      </p:sp>
      <p:sp>
        <p:nvSpPr>
          <p:cNvPr id="47" name="左脑">
            <a:extLst xmlns:a="http://schemas.openxmlformats.org/drawingml/2006/main">
              <a:ext uri="{FF2B5EF4-FFF2-40B4-BE49-F238E27FC236}">
                <a16:creationId xmlns:a16="http://schemas.microsoft.com/office/drawing/2014/main" id="{A59B7B99-69F7-4A98-A156-5DE8A573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676400" y="619125"/>
                </a:moveTo>
                <a:cubicBezTo>
                  <a:pt x="1600200" y="581025"/>
                  <a:pt x="1533525" y="609600"/>
                  <a:pt x="1524000" y="676275"/>
                </a:cubicBezTo>
                <a:cubicBezTo>
                  <a:pt x="1447800" y="657225"/>
                  <a:pt x="1381125" y="714375"/>
                  <a:pt x="1400175" y="781050"/>
                </a:cubicBezTo>
                <a:cubicBezTo>
                  <a:pt x="1314450" y="800100"/>
                  <a:pt x="1323975" y="866775"/>
                  <a:pt x="1362075" y="904875"/>
                </a:cubicBezTo>
                <a:cubicBezTo>
                  <a:pt x="1295400" y="971550"/>
                  <a:pt x="1333500" y="1047750"/>
                  <a:pt x="1409700" y="1047750"/>
                </a:cubicBezTo>
                <a:cubicBezTo>
                  <a:pt x="1457325" y="1019175"/>
                  <a:pt x="1495425" y="1066800"/>
                  <a:pt x="1552575" y="1038225"/>
                </a:cubicBezTo>
                <a:cubicBezTo>
                  <a:pt x="1600200" y="1095375"/>
                  <a:pt x="1657350" y="1057275"/>
                  <a:pt x="1685925" y="1047750"/>
                </a:cubicBezTo>
                <a:lnTo>
                  <a:pt x="1685925" y="647700"/>
                </a:lnTo>
                <a:close/>
              </a:path>
            </a:pathLst>
          </a:custGeom>
          <a:solidFill xmlns:a="http://schemas.openxmlformats.org/drawingml/2006/main">
            <a:srgbClr val="68D4F5"/>
          </a:solidFill>
          <a:ln xmlns:a="http://schemas.openxmlformats.org/drawingml/2006/main" w="31433">
            <a:solidFill>
              <a:srgbClr val="08479F"/>
            </a:solidFill>
            <a:prstDash val="solid"/>
          </a:ln>
        </p:spPr>
      </p:sp>
      <p:sp>
        <p:nvSpPr>
          <p:cNvPr id="48" name="右脑">
            <a:extLst xmlns:a="http://schemas.openxmlformats.org/drawingml/2006/main">
              <a:ext uri="{FF2B5EF4-FFF2-40B4-BE49-F238E27FC236}">
                <a16:creationId xmlns:a16="http://schemas.microsoft.com/office/drawing/2014/main" id="{56C253D9-DCF0-4FBE-BC2B-A23E1ED8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733550" y="647700"/>
                </a:moveTo>
                <a:cubicBezTo>
                  <a:pt x="1790700" y="619125"/>
                  <a:pt x="1847850" y="657225"/>
                  <a:pt x="1885950" y="714375"/>
                </a:cubicBezTo>
                <a:cubicBezTo>
                  <a:pt x="1943100" y="723900"/>
                  <a:pt x="2009775" y="800100"/>
                  <a:pt x="2009775" y="857250"/>
                </a:cubicBezTo>
                <a:cubicBezTo>
                  <a:pt x="2076450" y="904875"/>
                  <a:pt x="2047875" y="981075"/>
                  <a:pt x="2009775" y="1019175"/>
                </a:cubicBezTo>
                <a:cubicBezTo>
                  <a:pt x="2038350" y="1076325"/>
                  <a:pt x="1981200" y="1133475"/>
                  <a:pt x="1914525" y="1133475"/>
                </a:cubicBezTo>
                <a:lnTo>
                  <a:pt x="1914525" y="1190625"/>
                </a:lnTo>
                <a:lnTo>
                  <a:pt x="1714500" y="1190625"/>
                </a:lnTo>
                <a:lnTo>
                  <a:pt x="1714500" y="657225"/>
                </a:lnTo>
                <a:close/>
              </a:path>
            </a:pathLst>
          </a:custGeom>
          <a:solidFill xmlns:a="http://schemas.openxmlformats.org/drawingml/2006/main">
            <a:srgbClr val="08479F"/>
          </a:solidFill>
          <a:ln xmlns:a="http://schemas.openxmlformats.org/drawingml/2006/main" w="22860">
            <a:solidFill>
              <a:srgbClr val="08479F"/>
            </a:solidFill>
            <a:prstDash val="solid"/>
          </a:ln>
        </p:spPr>
      </p:sp>
      <p:sp>
        <p:nvSpPr>
          <p:cNvPr id="49" name="脑回曲线">
            <a:extLst xmlns:a="http://schemas.openxmlformats.org/drawingml/2006/main">
              <a:ext uri="{FF2B5EF4-FFF2-40B4-BE49-F238E27FC236}">
                <a16:creationId xmlns:a16="http://schemas.microsoft.com/office/drawing/2014/main" id="{1E33CDD6-2160-4283-A95D-234D1F59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562100" y="685800"/>
                </a:moveTo>
                <a:cubicBezTo>
                  <a:pt x="1495425" y="723900"/>
                  <a:pt x="1571625" y="762000"/>
                  <a:pt x="1504950" y="790575"/>
                </a:cubicBezTo>
                <a:cubicBezTo>
                  <a:pt x="1419225" y="771525"/>
                  <a:pt x="1390650" y="819150"/>
                  <a:pt x="1428750" y="8667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08479F"/>
            </a:solidFill>
            <a:prstDash val="solid"/>
          </a:ln>
        </p:spPr>
      </p:sp>
      <p:sp>
        <p:nvSpPr>
          <p:cNvPr id="50" name="脑回曲线">
            <a:extLst xmlns:a="http://schemas.openxmlformats.org/drawingml/2006/main">
              <a:ext uri="{FF2B5EF4-FFF2-40B4-BE49-F238E27FC236}">
                <a16:creationId xmlns:a16="http://schemas.microsoft.com/office/drawing/2014/main" id="{E1BBAA5F-7619-46DE-A708-212A0823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628775" y="666750"/>
                </a:moveTo>
                <a:cubicBezTo>
                  <a:pt x="1666875" y="733425"/>
                  <a:pt x="1581150" y="733425"/>
                  <a:pt x="1600200" y="790575"/>
                </a:cubicBezTo>
                <a:cubicBezTo>
                  <a:pt x="1619250" y="838200"/>
                  <a:pt x="1552575" y="866775"/>
                  <a:pt x="1504950" y="847725"/>
                </a:cubicBezTo>
                <a:cubicBezTo>
                  <a:pt x="1438275" y="838200"/>
                  <a:pt x="1381125" y="885825"/>
                  <a:pt x="1409700" y="9429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08479F"/>
            </a:solidFill>
            <a:prstDash val="solid"/>
          </a:ln>
        </p:spPr>
      </p:sp>
      <p:sp>
        <p:nvSpPr>
          <p:cNvPr id="51" name="脑回曲线">
            <a:extLst xmlns:a="http://schemas.openxmlformats.org/drawingml/2006/main">
              <a:ext uri="{FF2B5EF4-FFF2-40B4-BE49-F238E27FC236}">
                <a16:creationId xmlns:a16="http://schemas.microsoft.com/office/drawing/2014/main" id="{A9050275-D5DC-44A5-945F-2F626DFC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676400" y="838200"/>
                </a:moveTo>
                <a:cubicBezTo>
                  <a:pt x="1609725" y="828675"/>
                  <a:pt x="1571625" y="895350"/>
                  <a:pt x="1609725" y="942975"/>
                </a:cubicBezTo>
                <a:cubicBezTo>
                  <a:pt x="1562100" y="952500"/>
                  <a:pt x="1543050" y="1000125"/>
                  <a:pt x="1552575" y="1038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08479F"/>
            </a:solidFill>
            <a:prstDash val="solid"/>
          </a:ln>
        </p:spPr>
      </p:sp>
      <p:sp>
        <p:nvSpPr>
          <p:cNvPr id="52" name="脑回曲线">
            <a:extLst xmlns:a="http://schemas.openxmlformats.org/drawingml/2006/main">
              <a:ext uri="{FF2B5EF4-FFF2-40B4-BE49-F238E27FC236}">
                <a16:creationId xmlns:a16="http://schemas.microsoft.com/office/drawing/2014/main" id="{A16349FC-77D0-4C89-9DAD-334FC850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362075" y="981075"/>
                </a:moveTo>
                <a:cubicBezTo>
                  <a:pt x="1419225" y="923925"/>
                  <a:pt x="1476375" y="962025"/>
                  <a:pt x="1504950" y="10001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08479F"/>
            </a:solidFill>
            <a:prstDash val="solid"/>
          </a:ln>
        </p:spPr>
      </p:sp>
      <p:sp>
        <p:nvSpPr>
          <p:cNvPr id="53" name="脑回曲线">
            <a:extLst xmlns:a="http://schemas.openxmlformats.org/drawingml/2006/main">
              <a:ext uri="{FF2B5EF4-FFF2-40B4-BE49-F238E27FC236}">
                <a16:creationId xmlns:a16="http://schemas.microsoft.com/office/drawing/2014/main" id="{B7A3E511-BC4F-4CBA-91D3-DB559A1B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676400" y="981075"/>
                </a:moveTo>
                <a:cubicBezTo>
                  <a:pt x="1647825" y="942975"/>
                  <a:pt x="1609725" y="952500"/>
                  <a:pt x="1590675" y="9715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08479F"/>
            </a:solidFill>
            <a:prstDash val="solid"/>
          </a:ln>
        </p:spPr>
      </p:sp>
      <p:sp>
        <p:nvSpPr>
          <p:cNvPr id="54" name="脑电路">
            <a:extLst xmlns:a="http://schemas.openxmlformats.org/drawingml/2006/main">
              <a:ext uri="{FF2B5EF4-FFF2-40B4-BE49-F238E27FC236}">
                <a16:creationId xmlns:a16="http://schemas.microsoft.com/office/drawing/2014/main" id="{DDBECD6B-DD70-4612-AB25-A1C97A20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771650" y="666750"/>
                </a:moveTo>
                <a:lnTo>
                  <a:pt x="1771650" y="838200"/>
                </a:lnTo>
                <a:lnTo>
                  <a:pt x="1847850" y="838200"/>
                </a:lnTo>
                <a:lnTo>
                  <a:pt x="1895475" y="895350"/>
                </a:lnTo>
                <a:lnTo>
                  <a:pt x="1971675" y="89535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FFFFFF"/>
            </a:solidFill>
            <a:prstDash val="solid"/>
          </a:ln>
        </p:spPr>
      </p:sp>
      <p:sp>
        <p:nvSpPr>
          <p:cNvPr id="55" name="脑电路">
            <a:extLst xmlns:a="http://schemas.openxmlformats.org/drawingml/2006/main">
              <a:ext uri="{FF2B5EF4-FFF2-40B4-BE49-F238E27FC236}">
                <a16:creationId xmlns:a16="http://schemas.microsoft.com/office/drawing/2014/main" id="{DE181FCE-4F95-49C9-A17B-2153E0B9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828800" y="733425"/>
                </a:moveTo>
                <a:lnTo>
                  <a:pt x="177165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FFFFFF"/>
            </a:solidFill>
            <a:prstDash val="solid"/>
          </a:ln>
        </p:spPr>
      </p:sp>
      <p:sp>
        <p:nvSpPr>
          <p:cNvPr id="56" name="脑电路">
            <a:extLst xmlns:a="http://schemas.openxmlformats.org/drawingml/2006/main">
              <a:ext uri="{FF2B5EF4-FFF2-40B4-BE49-F238E27FC236}">
                <a16:creationId xmlns:a16="http://schemas.microsoft.com/office/drawing/2014/main" id="{E0A3339C-79EE-45CC-9B1B-222DA476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724025" y="952500"/>
                </a:moveTo>
                <a:lnTo>
                  <a:pt x="1800225" y="952500"/>
                </a:lnTo>
                <a:lnTo>
                  <a:pt x="1847850" y="1000125"/>
                </a:lnTo>
                <a:lnTo>
                  <a:pt x="1952625" y="100012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FFFFFF"/>
            </a:solidFill>
            <a:prstDash val="solid"/>
          </a:ln>
        </p:spPr>
      </p:sp>
      <p:sp>
        <p:nvSpPr>
          <p:cNvPr id="57" name="脑电路">
            <a:extLst xmlns:a="http://schemas.openxmlformats.org/drawingml/2006/main">
              <a:ext uri="{FF2B5EF4-FFF2-40B4-BE49-F238E27FC236}">
                <a16:creationId xmlns:a16="http://schemas.microsoft.com/office/drawing/2014/main" id="{6D6AA1CF-C656-4F1C-8924-F859B473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733550" y="1162050"/>
                </a:moveTo>
                <a:lnTo>
                  <a:pt x="1790700" y="1104900"/>
                </a:lnTo>
                <a:lnTo>
                  <a:pt x="1790700" y="103822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FFFFFF"/>
            </a:solidFill>
            <a:prstDash val="solid"/>
          </a:ln>
        </p:spPr>
      </p:sp>
      <p:sp>
        <p:nvSpPr>
          <p:cNvPr id="58" name="脑电路">
            <a:extLst xmlns:a="http://schemas.openxmlformats.org/drawingml/2006/main">
              <a:ext uri="{FF2B5EF4-FFF2-40B4-BE49-F238E27FC236}">
                <a16:creationId xmlns:a16="http://schemas.microsoft.com/office/drawing/2014/main" id="{890A0BAF-4058-4923-A48E-DFC618FF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885950" y="742950"/>
                </a:moveTo>
                <a:lnTo>
                  <a:pt x="1924050" y="790575"/>
                </a:lnTo>
                <a:lnTo>
                  <a:pt x="192405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FFFFFF"/>
            </a:solidFill>
            <a:prstDash val="solid"/>
          </a:ln>
        </p:spPr>
      </p:sp>
      <p:sp>
        <p:nvSpPr>
          <p:cNvPr id="59" name="电路节点">
            <a:extLst xmlns:a="http://schemas.openxmlformats.org/drawingml/2006/main">
              <a:ext uri="{FF2B5EF4-FFF2-40B4-BE49-F238E27FC236}">
                <a16:creationId xmlns:a16="http://schemas.microsoft.com/office/drawing/2014/main" id="{AF66A291-E821-4B18-97F5-CBD105F1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19859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电路节点">
            <a:extLst xmlns:a="http://schemas.openxmlformats.org/drawingml/2006/main">
              <a:ext uri="{FF2B5EF4-FFF2-40B4-BE49-F238E27FC236}">
                <a16:creationId xmlns:a16="http://schemas.microsoft.com/office/drawing/2014/main" id="{462EB137-8AC9-4BD8-9C88-6117B375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21574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电路节点">
            <a:extLst xmlns:a="http://schemas.openxmlformats.org/drawingml/2006/main">
              <a:ext uri="{FF2B5EF4-FFF2-40B4-BE49-F238E27FC236}">
                <a16:creationId xmlns:a16="http://schemas.microsoft.com/office/drawing/2014/main" id="{DE1199E0-849C-4A7B-9D04-77C2C281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2643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电路节点">
            <a:extLst xmlns:a="http://schemas.openxmlformats.org/drawingml/2006/main">
              <a:ext uri="{FF2B5EF4-FFF2-40B4-BE49-F238E27FC236}">
                <a16:creationId xmlns:a16="http://schemas.microsoft.com/office/drawing/2014/main" id="{894E9D6E-4F4E-458D-A4C8-0C348B11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13" y="2814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电路节点">
            <a:extLst xmlns:a="http://schemas.openxmlformats.org/drawingml/2006/main">
              <a:ext uri="{FF2B5EF4-FFF2-40B4-BE49-F238E27FC236}">
                <a16:creationId xmlns:a16="http://schemas.microsoft.com/office/drawing/2014/main" id="{404AF2E0-DEDB-4633-A8CE-0016A2BB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29575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电路节点">
            <a:extLst xmlns:a="http://schemas.openxmlformats.org/drawingml/2006/main">
              <a:ext uri="{FF2B5EF4-FFF2-40B4-BE49-F238E27FC236}">
                <a16:creationId xmlns:a16="http://schemas.microsoft.com/office/drawing/2014/main" id="{D4B6985B-E208-4284-8FDF-13EB1BAB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38" y="30718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电路节点">
            <a:extLst xmlns:a="http://schemas.openxmlformats.org/drawingml/2006/main">
              <a:ext uri="{FF2B5EF4-FFF2-40B4-BE49-F238E27FC236}">
                <a16:creationId xmlns:a16="http://schemas.microsoft.com/office/drawing/2014/main" id="{7E1C8812-DA0E-479D-A1E6-757E981B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288" y="24717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感知波形">
            <a:extLst xmlns:a="http://schemas.openxmlformats.org/drawingml/2006/main">
              <a:ext uri="{FF2B5EF4-FFF2-40B4-BE49-F238E27FC236}">
                <a16:creationId xmlns:a16="http://schemas.microsoft.com/office/drawing/2014/main" id="{178B33D9-6459-4ABD-8F74-AF3F0ED9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666750" y="1762125"/>
                </a:moveTo>
                <a:lnTo>
                  <a:pt x="752475" y="1762125"/>
                </a:lnTo>
                <a:cubicBezTo>
                  <a:pt x="800100" y="1762125"/>
                  <a:pt x="800100" y="1600200"/>
                  <a:pt x="838200" y="1609725"/>
                </a:cubicBezTo>
                <a:cubicBezTo>
                  <a:pt x="885825" y="1609725"/>
                  <a:pt x="876300" y="1847850"/>
                  <a:pt x="923925" y="1847850"/>
                </a:cubicBezTo>
                <a:cubicBezTo>
                  <a:pt x="952500" y="1847850"/>
                  <a:pt x="962025" y="1695450"/>
                  <a:pt x="1000125" y="1714500"/>
                </a:cubicBezTo>
                <a:cubicBezTo>
                  <a:pt x="1038225" y="1714500"/>
                  <a:pt x="1028700" y="1781175"/>
                  <a:pt x="1076325" y="1771650"/>
                </a:cubicBezTo>
                <a:cubicBezTo>
                  <a:pt x="1114425" y="1771650"/>
                  <a:pt x="1133475" y="1733550"/>
                  <a:pt x="1171575" y="1733550"/>
                </a:cubicBezTo>
                <a:lnTo>
                  <a:pt x="1285875" y="173355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8479F"/>
            </a:solidFill>
            <a:prstDash val="solid"/>
          </a:ln>
        </p:spPr>
      </p:sp>
      <p:sp>
        <p:nvSpPr>
          <p:cNvPr id="67" name="显示器边框">
            <a:extLst xmlns:a="http://schemas.openxmlformats.org/drawingml/2006/main">
              <a:ext uri="{FF2B5EF4-FFF2-40B4-BE49-F238E27FC236}">
                <a16:creationId xmlns:a16="http://schemas.microsoft.com/office/drawing/2014/main" id="{83476F86-E564-4D18-B4CD-B09D6C7F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00450"/>
            <a:ext cx="2457450" cy="1971675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433">
            <a:solidFill>
              <a:srgbClr val="08479F"/>
            </a:solidFill>
            <a:prstDash val="solid"/>
          </a:ln>
        </p:spPr>
      </p:sp>
      <p:sp>
        <p:nvSpPr>
          <p:cNvPr id="68" name="显示器下边">
            <a:extLst xmlns:a="http://schemas.openxmlformats.org/drawingml/2006/main">
              <a:ext uri="{FF2B5EF4-FFF2-40B4-BE49-F238E27FC236}">
                <a16:creationId xmlns:a16="http://schemas.microsoft.com/office/drawing/2014/main" id="{93D5E277-3C83-47D2-A138-3A91F6C7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400675"/>
            <a:ext cx="2343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显示器支架">
            <a:extLst xmlns:a="http://schemas.openxmlformats.org/drawingml/2006/main">
              <a:ext uri="{FF2B5EF4-FFF2-40B4-BE49-F238E27FC236}">
                <a16:creationId xmlns:a16="http://schemas.microsoft.com/office/drawing/2014/main" id="{7DD9B65D-957B-4376-8EC7-66CB244D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543050" y="1857375"/>
                </a:moveTo>
                <a:lnTo>
                  <a:pt x="1800225" y="1857375"/>
                </a:lnTo>
                <a:lnTo>
                  <a:pt x="1838325" y="1914525"/>
                </a:lnTo>
                <a:lnTo>
                  <a:pt x="1495425" y="1914525"/>
                </a:lnTo>
                <a:close/>
              </a:path>
            </a:pathLst>
          </a:custGeom>
          <a:solidFill xmlns:a="http://schemas.openxmlformats.org/drawingml/2006/main">
            <a:srgbClr val="68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显示器底座">
            <a:extLst xmlns:a="http://schemas.openxmlformats.org/drawingml/2006/main">
              <a:ext uri="{FF2B5EF4-FFF2-40B4-BE49-F238E27FC236}">
                <a16:creationId xmlns:a16="http://schemas.microsoft.com/office/drawing/2014/main" id="{D8E4ABE3-33DF-4162-BFED-47260934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495425" y="1933575"/>
                </a:moveTo>
                <a:lnTo>
                  <a:pt x="1895475" y="19335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479F"/>
            </a:solidFill>
            <a:prstDash val="solid"/>
          </a:ln>
        </p:spPr>
      </p:sp>
      <p:sp>
        <p:nvSpPr>
          <p:cNvPr id="71" name="芯片">
            <a:extLst xmlns:a="http://schemas.openxmlformats.org/drawingml/2006/main">
              <a:ext uri="{FF2B5EF4-FFF2-40B4-BE49-F238E27FC236}">
                <a16:creationId xmlns:a16="http://schemas.microsoft.com/office/drawing/2014/main" id="{673F2AD3-83D8-455D-B5E1-3952D3E6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13430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C4"/>
          </a:solidFill>
          <a:ln xmlns:a="http://schemas.openxmlformats.org/drawingml/2006/main" w="14288">
            <a:solidFill>
              <a:srgbClr val="08479F"/>
            </a:solidFill>
            <a:prstDash val="solid"/>
          </a:ln>
        </p:spPr>
      </p:sp>
      <p:sp>
        <p:nvSpPr>
          <p:cNvPr id="72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D53D70A0-F88E-4AEA-A8F2-A7A228A0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4020502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12ACBE80-257E-43F6-A021-10F89616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045" y="4126230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F4B5E519-4E9A-45A0-9CD7-BAD0F018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30" y="4126230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51117B24-0E22-4F87-80F3-BE73A2FD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603" y="4231958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8247ADA9-BE4D-45A3-B3F7-1487A4F7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045" y="4231958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615ED47D-7E8D-4792-A8B2-FCAF8959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4231958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8020417D-17B7-4D41-9EEA-7E8F3F8F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30" y="4231958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E57B1B12-C1EB-42AE-8A71-040A2133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373" y="4231958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1DDB9D55-119C-49D9-8D37-8AE6BEF7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337685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E6EA03F8-B196-44AE-A73E-FB49635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045" y="4337685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884DF4E3-DB94-4B72-B0F1-5B849C2C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4337685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72AF4F8B-FE98-40DD-ADE3-7291C43A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30" y="4337685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1CBFFD2E-E251-4D65-878B-42466508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815" y="4337685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CE84471C-E495-4530-B75F-5BF83BDD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603" y="4443413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46CA28D6-D871-4D78-9D20-8B135D5A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045" y="4443413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8597CE24-0A09-427E-BB21-309E93EB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4443413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F3A5AEA5-855A-4196-9D66-1D79C830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30" y="4443413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1D9473D9-4223-4A84-B790-F45194C7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373" y="4443413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9EA705E5-0C10-4654-A892-37FFDADF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045" y="4549140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9E378AA3-2A9B-44A8-AFA6-3C6639D8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30" y="4549140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9D697C51-1566-4D12-BE99-489945B9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4654868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接口">
            <a:extLst xmlns:a="http://schemas.openxmlformats.org/drawingml/2006/main">
              <a:ext uri="{FF2B5EF4-FFF2-40B4-BE49-F238E27FC236}">
                <a16:creationId xmlns:a16="http://schemas.microsoft.com/office/drawing/2014/main" id="{BD4F3A37-A5F7-4DCF-9D6D-7EFC1F20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57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接口">
            <a:extLst xmlns:a="http://schemas.openxmlformats.org/drawingml/2006/main">
              <a:ext uri="{FF2B5EF4-FFF2-40B4-BE49-F238E27FC236}">
                <a16:creationId xmlns:a16="http://schemas.microsoft.com/office/drawing/2014/main" id="{555BBF54-A6A1-420B-BCCA-55F59596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43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接口">
            <a:extLst xmlns:a="http://schemas.openxmlformats.org/drawingml/2006/main">
              <a:ext uri="{FF2B5EF4-FFF2-40B4-BE49-F238E27FC236}">
                <a16:creationId xmlns:a16="http://schemas.microsoft.com/office/drawing/2014/main" id="{B677B237-3508-4C1D-BAE2-857075B9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57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接口">
            <a:extLst xmlns:a="http://schemas.openxmlformats.org/drawingml/2006/main">
              <a:ext uri="{FF2B5EF4-FFF2-40B4-BE49-F238E27FC236}">
                <a16:creationId xmlns:a16="http://schemas.microsoft.com/office/drawing/2014/main" id="{88C9B209-09CB-4960-8869-B0B9DE3B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71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接口">
            <a:extLst xmlns:a="http://schemas.openxmlformats.org/drawingml/2006/main">
              <a:ext uri="{FF2B5EF4-FFF2-40B4-BE49-F238E27FC236}">
                <a16:creationId xmlns:a16="http://schemas.microsoft.com/office/drawing/2014/main" id="{E3ED0173-84AB-4193-ADB4-398644B0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显示器信号曲线">
            <a:extLst xmlns:a="http://schemas.openxmlformats.org/drawingml/2006/main">
              <a:ext uri="{FF2B5EF4-FFF2-40B4-BE49-F238E27FC236}">
                <a16:creationId xmlns:a16="http://schemas.microsoft.com/office/drawing/2014/main" id="{4535761E-0425-471E-A29C-A838D9DF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304925" y="1714500"/>
                </a:moveTo>
                <a:cubicBezTo>
                  <a:pt x="1323975" y="1714500"/>
                  <a:pt x="1323975" y="1647825"/>
                  <a:pt x="1352550" y="1657350"/>
                </a:cubicBezTo>
                <a:cubicBezTo>
                  <a:pt x="1381125" y="1666875"/>
                  <a:pt x="1371600" y="1752600"/>
                  <a:pt x="1400175" y="1724025"/>
                </a:cubicBezTo>
                <a:cubicBezTo>
                  <a:pt x="1419225" y="1714500"/>
                  <a:pt x="1419225" y="1647825"/>
                  <a:pt x="1447800" y="1657350"/>
                </a:cubicBezTo>
                <a:cubicBezTo>
                  <a:pt x="1476375" y="1666875"/>
                  <a:pt x="1466850" y="1752600"/>
                  <a:pt x="1495425" y="1724025"/>
                </a:cubicBezTo>
                <a:cubicBezTo>
                  <a:pt x="1514475" y="1714500"/>
                  <a:pt x="1514475" y="1647825"/>
                  <a:pt x="1543050" y="1657350"/>
                </a:cubicBezTo>
                <a:cubicBezTo>
                  <a:pt x="1571625" y="1666875"/>
                  <a:pt x="1562100" y="1752600"/>
                  <a:pt x="1590675" y="1724025"/>
                </a:cubicBezTo>
                <a:cubicBezTo>
                  <a:pt x="1609725" y="1714500"/>
                  <a:pt x="1609725" y="1647825"/>
                  <a:pt x="1638300" y="1657350"/>
                </a:cubicBezTo>
                <a:cubicBezTo>
                  <a:pt x="1666875" y="1666875"/>
                  <a:pt x="1657350" y="1752600"/>
                  <a:pt x="1685925" y="1724025"/>
                </a:cubicBezTo>
                <a:cubicBezTo>
                  <a:pt x="1704975" y="1714500"/>
                  <a:pt x="1704975" y="1647825"/>
                  <a:pt x="1733550" y="1657350"/>
                </a:cubicBezTo>
                <a:cubicBezTo>
                  <a:pt x="1762125" y="1666875"/>
                  <a:pt x="1752600" y="1752600"/>
                  <a:pt x="1781175" y="1724025"/>
                </a:cubicBezTo>
                <a:cubicBezTo>
                  <a:pt x="1800225" y="1714500"/>
                  <a:pt x="1800225" y="1647825"/>
                  <a:pt x="1828800" y="1657350"/>
                </a:cubicBezTo>
                <a:cubicBezTo>
                  <a:pt x="1857375" y="1666875"/>
                  <a:pt x="1847850" y="1752600"/>
                  <a:pt x="1876425" y="1724025"/>
                </a:cubicBezTo>
                <a:cubicBezTo>
                  <a:pt x="1895475" y="1714500"/>
                  <a:pt x="1895475" y="1647825"/>
                  <a:pt x="1924050" y="1657350"/>
                </a:cubicBezTo>
                <a:cubicBezTo>
                  <a:pt x="1952625" y="1666875"/>
                  <a:pt x="1943100" y="1752600"/>
                  <a:pt x="1971675" y="1724025"/>
                </a:cubicBezTo>
                <a:cubicBezTo>
                  <a:pt x="1990725" y="1714500"/>
                  <a:pt x="1990725" y="1647825"/>
                  <a:pt x="2019300" y="1657350"/>
                </a:cubicBezTo>
                <a:cubicBezTo>
                  <a:pt x="2047875" y="1666875"/>
                  <a:pt x="2038350" y="1752600"/>
                  <a:pt x="2066925" y="17240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68D4F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6021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2026-10-19T07:41:59.5810000Z</dcterms:created>
  <dcterms:modified xsi:type="dcterms:W3CDTF">2026-10-19T07:41:59.5810000Z</dcterms:modified>
</coreProperties>
</file>