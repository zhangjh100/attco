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9f0c8eeef4d73" /><Relationship Type="http://schemas.openxmlformats.org/officeDocument/2006/relationships/extended-properties" Target="/docProps/app.xml" Id="R3d07754fbdd044ba" /><Relationship Type="http://schemas.openxmlformats.org/officeDocument/2006/relationships/officeDocument" Target="/ppt/presentation.xml" Id="R511fed988230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e01127a2b4892"/>
  </p:sldMasterIdLst>
  <p:notesMasterIdLst>
    <p:notesMasterId xmlns:r="http://schemas.openxmlformats.org/officeDocument/2006/relationships" r:id="R275cfecca5654c55"/>
  </p:notesMasterIdLst>
  <p:sldIdLst>
    <p:sldId xmlns:r="http://schemas.openxmlformats.org/officeDocument/2006/relationships" id="256" r:id="Reeb6fc6e3cbe4425"/>
  </p:sldIdLst>
  <p:sldSz cx="8172450" cy="8172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0620bfba54250" /><Relationship Type="http://schemas.openxmlformats.org/officeDocument/2006/relationships/slideMaster" Target="/ppt/slideMasters/slideMaster1.xml" Id="Rc95e01127a2b4892" /><Relationship Type="http://schemas.openxmlformats.org/officeDocument/2006/relationships/notesMaster" Target="/ppt/notesMasters/notesMaster1.xml" Id="R275cfecca5654c55" /><Relationship Type="http://schemas.openxmlformats.org/officeDocument/2006/relationships/presProps" Target="/ppt/presProps.xml" Id="Rc0db41caaa974b2b" /><Relationship Type="http://schemas.openxmlformats.org/officeDocument/2006/relationships/tableStyles" Target="/ppt/tableStyles.xml" Id="R417d9946d8ae40f9" /><Relationship Type="http://schemas.openxmlformats.org/officeDocument/2006/relationships/slide" Target="/ppt/slides/slide1.xml" Id="Reeb6fc6e3cbe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fa2b8b02f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46fee522034bc3" /><Relationship Type="http://schemas.openxmlformats.org/officeDocument/2006/relationships/notesMaster" Target="/ppt/notesMasters/notesMaster1.xml" Id="R8c2b087228b8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daa19b0e144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a77b576c148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749a3d8d241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47f0db4b344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07b07612547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f6aeab3e2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1FA8FA-68D9-447B-8334-6DD1F5D88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245" y="3087370"/>
            <a:ext cx="6537960" cy="1180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A331BD-3061-46FF-BE47-3839E894C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25868" y="4494848"/>
            <a:ext cx="5720715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740ECC-AFF8-4EF5-906F-C433E423F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7245" y="3405188"/>
            <a:ext cx="653796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938788-1526-4FCB-8B35-2665FA83A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5D0EFC-4234-4F49-9E96-5F3009754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7253049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E7D0F2-C0B2-4E97-9422-74E2347D3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E463E2-9318-49B9-8B3B-C341FDEF48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0227B7-0C28-49C0-8DBE-64C9A09A34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41614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4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E6F75B-BF6A-4196-916F-D25D81237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00" y="635635"/>
            <a:ext cx="7253049" cy="998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5E1D10-A8DE-4401-8108-BBD68CCCF3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9700" y="2270125"/>
            <a:ext cx="3371136" cy="508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23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7545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61856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66167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70478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74790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79101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83412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87723" indent="-153233" algn="l">
              <a:lnSpc>
                <a:spcPct val="110000"/>
              </a:lnSpc>
              <a:spcBef>
                <a:spcPts val="0"/>
              </a:spcBef>
              <a:spcAft>
                <a:spcPts val="804"/>
              </a:spcAft>
              <a:buChar char="•"/>
              <a:defRPr sz="15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4d78676544f5f" /><Relationship Type="http://schemas.openxmlformats.org/officeDocument/2006/relationships/slideLayout" Target="/ppt/slideLayouts/slideLayout1.xml" Id="R4d50de7421fe47bf" /><Relationship Type="http://schemas.openxmlformats.org/officeDocument/2006/relationships/slideLayout" Target="/ppt/slideLayouts/slideLayout2.xml" Id="R1f14213c9f9e441d" /><Relationship Type="http://schemas.openxmlformats.org/officeDocument/2006/relationships/slideLayout" Target="/ppt/slideLayouts/slideLayout3.xml" Id="Rdd33dfb9cae7484c" /><Relationship Type="http://schemas.openxmlformats.org/officeDocument/2006/relationships/slideLayout" Target="/ppt/slideLayouts/slideLayout4.xml" Id="R9f59e72df12c4a76" /><Relationship Type="http://schemas.openxmlformats.org/officeDocument/2006/relationships/slideLayout" Target="/ppt/slideLayouts/slideLayout5.xml" Id="Re3e9ae38881b475e" /><Relationship Type="http://schemas.openxmlformats.org/officeDocument/2006/relationships/slideLayout" Target="/ppt/slideLayouts/slideLayout6.xml" Id="R811ebc306517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0de7421fe47bf"/>
    <p:sldLayoutId xmlns:r="http://schemas.openxmlformats.org/officeDocument/2006/relationships" id="2147483650" r:id="R1f14213c9f9e441d"/>
    <p:sldLayoutId xmlns:r="http://schemas.openxmlformats.org/officeDocument/2006/relationships" id="2147483651" r:id="Rdd33dfb9cae7484c"/>
    <p:sldLayoutId xmlns:r="http://schemas.openxmlformats.org/officeDocument/2006/relationships" id="2147483652" r:id="R9f59e72df12c4a76"/>
    <p:sldLayoutId xmlns:r="http://schemas.openxmlformats.org/officeDocument/2006/relationships" id="2147483653" r:id="Re3e9ae38881b475e"/>
    <p:sldLayoutId xmlns:r="http://schemas.openxmlformats.org/officeDocument/2006/relationships" id="2147483654" r:id="R811ebc306517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45fc136b94b22" /><Relationship Type="http://schemas.openxmlformats.org/officeDocument/2006/relationships/notesSlide" Target="/ppt/notesSlides/notesSlide1.xml" Id="R885e470457164b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外圆环">
            <a:extLst xmlns:a="http://schemas.openxmlformats.org/drawingml/2006/main">
              <a:ext uri="{FF2B5EF4-FFF2-40B4-BE49-F238E27FC236}">
                <a16:creationId xmlns:a16="http://schemas.microsoft.com/office/drawing/2014/main" id="{DE1DBDFA-7CF7-4EB7-AFA1-6B7A22E2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" y="357188"/>
            <a:ext cx="7458075" cy="7458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7146">
            <a:solidFill>
              <a:srgbClr val="08479F"/>
            </a:solidFill>
            <a:prstDash val="solid"/>
          </a:ln>
        </p:spPr>
      </p:sp>
      <p:sp>
        <p:nvSpPr>
          <p:cNvPr id="2" name="内圆环">
            <a:extLst xmlns:a="http://schemas.openxmlformats.org/drawingml/2006/main">
              <a:ext uri="{FF2B5EF4-FFF2-40B4-BE49-F238E27FC236}">
                <a16:creationId xmlns:a16="http://schemas.microsoft.com/office/drawing/2014/main" id="{FA67C1B8-2768-4834-AF5B-E1CBC98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3" y="1471613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3" name="智">
            <a:extLst xmlns:a="http://schemas.openxmlformats.org/drawingml/2006/main">
              <a:ext uri="{FF2B5EF4-FFF2-40B4-BE49-F238E27FC236}">
                <a16:creationId xmlns:a16="http://schemas.microsoft.com/office/drawing/2014/main" id="{C2196F7A-8163-494D-9787-96D6E665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0000">
            <a:off x="1044161" y="224715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智</a:t>
            </a:r>
          </a:p>
        </p:txBody>
      </p:sp>
      <p:sp>
        <p:nvSpPr>
          <p:cNvPr id="4" name="能">
            <a:extLst xmlns:a="http://schemas.openxmlformats.org/drawingml/2006/main">
              <a:ext uri="{FF2B5EF4-FFF2-40B4-BE49-F238E27FC236}">
                <a16:creationId xmlns:a16="http://schemas.microsoft.com/office/drawing/2014/main" id="{1C3B073B-2079-4DD0-8E97-3AE18198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28000">
            <a:off x="1421297" y="1710543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5" name="感">
            <a:extLst xmlns:a="http://schemas.openxmlformats.org/drawingml/2006/main">
              <a:ext uri="{FF2B5EF4-FFF2-40B4-BE49-F238E27FC236}">
                <a16:creationId xmlns:a16="http://schemas.microsoft.com/office/drawing/2014/main" id="{ACDBE08A-86FC-4C21-9E19-6C22D69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96000">
            <a:off x="1903315" y="1265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感</a:t>
            </a:r>
          </a:p>
        </p:txBody>
      </p:sp>
      <p:sp>
        <p:nvSpPr>
          <p:cNvPr id="6" name="知">
            <a:extLst xmlns:a="http://schemas.openxmlformats.org/drawingml/2006/main">
              <a:ext uri="{FF2B5EF4-FFF2-40B4-BE49-F238E27FC236}">
                <a16:creationId xmlns:a16="http://schemas.microsoft.com/office/drawing/2014/main" id="{F6EA65A3-2BA4-48E6-9ED9-EF388C0C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64000">
            <a:off x="2468443" y="93286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知</a:t>
            </a:r>
          </a:p>
        </p:txBody>
      </p:sp>
      <p:sp>
        <p:nvSpPr>
          <p:cNvPr id="7" name="与">
            <a:extLst xmlns:a="http://schemas.openxmlformats.org/drawingml/2006/main">
              <a:ext uri="{FF2B5EF4-FFF2-40B4-BE49-F238E27FC236}">
                <a16:creationId xmlns:a16="http://schemas.microsoft.com/office/drawing/2014/main" id="{BF65F671-4F45-49A5-98B0-A39F30A7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2000">
            <a:off x="3091156" y="726922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8" name="光">
            <a:extLst xmlns:a="http://schemas.openxmlformats.org/drawingml/2006/main">
              <a:ext uri="{FF2B5EF4-FFF2-40B4-BE49-F238E27FC236}">
                <a16:creationId xmlns:a16="http://schemas.microsoft.com/office/drawing/2014/main" id="{BB1D63B3-235C-4627-943D-81FB063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6572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光</a:t>
            </a:r>
          </a:p>
        </p:txBody>
      </p:sp>
      <p:sp>
        <p:nvSpPr>
          <p:cNvPr id="9" name="电">
            <a:extLst xmlns:a="http://schemas.openxmlformats.org/drawingml/2006/main">
              <a:ext uri="{FF2B5EF4-FFF2-40B4-BE49-F238E27FC236}">
                <a16:creationId xmlns:a16="http://schemas.microsoft.com/office/drawing/2014/main" id="{BFE2DDD9-0B1B-4C6A-8A46-F9C43995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2000">
            <a:off x="4395494" y="726922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电</a:t>
            </a:r>
          </a:p>
        </p:txBody>
      </p:sp>
      <p:sp>
        <p:nvSpPr>
          <p:cNvPr id="10" name="信">
            <a:extLst xmlns:a="http://schemas.openxmlformats.org/drawingml/2006/main">
              <a:ext uri="{FF2B5EF4-FFF2-40B4-BE49-F238E27FC236}">
                <a16:creationId xmlns:a16="http://schemas.microsoft.com/office/drawing/2014/main" id="{3B98822A-24DA-4FF9-8C52-801518D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64000">
            <a:off x="5018207" y="93286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1" name="息">
            <a:extLst xmlns:a="http://schemas.openxmlformats.org/drawingml/2006/main">
              <a:ext uri="{FF2B5EF4-FFF2-40B4-BE49-F238E27FC236}">
                <a16:creationId xmlns:a16="http://schemas.microsoft.com/office/drawing/2014/main" id="{3344CA8F-A188-492C-9AEE-8E1B31B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96000">
            <a:off x="5583335" y="12657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息</a:t>
            </a:r>
          </a:p>
        </p:txBody>
      </p:sp>
      <p:sp>
        <p:nvSpPr>
          <p:cNvPr id="12" name="处">
            <a:extLst xmlns:a="http://schemas.openxmlformats.org/drawingml/2006/main">
              <a:ext uri="{FF2B5EF4-FFF2-40B4-BE49-F238E27FC236}">
                <a16:creationId xmlns:a16="http://schemas.microsoft.com/office/drawing/2014/main" id="{B90447EA-0EB5-4D3B-927C-DBCCC83E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000">
            <a:off x="6065353" y="1710543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处</a:t>
            </a:r>
          </a:p>
        </p:txBody>
      </p:sp>
      <p:sp>
        <p:nvSpPr>
          <p:cNvPr id="13" name="理">
            <a:extLst xmlns:a="http://schemas.openxmlformats.org/drawingml/2006/main">
              <a:ext uri="{FF2B5EF4-FFF2-40B4-BE49-F238E27FC236}">
                <a16:creationId xmlns:a16="http://schemas.microsoft.com/office/drawing/2014/main" id="{194055D5-4F27-4DE6-87AF-276AC63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60000">
            <a:off x="6442489" y="2247154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14" name="研">
            <a:extLst xmlns:a="http://schemas.openxmlformats.org/drawingml/2006/main">
              <a:ext uri="{FF2B5EF4-FFF2-40B4-BE49-F238E27FC236}">
                <a16:creationId xmlns:a16="http://schemas.microsoft.com/office/drawing/2014/main" id="{AE5DA5F9-FCD4-4D85-AD8E-90675CD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0">
            <a:off x="1460109" y="560661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15" name="究">
            <a:extLst xmlns:a="http://schemas.openxmlformats.org/drawingml/2006/main">
              <a:ext uri="{FF2B5EF4-FFF2-40B4-BE49-F238E27FC236}">
                <a16:creationId xmlns:a16="http://schemas.microsoft.com/office/drawing/2014/main" id="{DE4A5E8B-71E0-4DE1-A898-6FA9B49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00000">
            <a:off x="2097421" y="617377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究</a:t>
            </a:r>
          </a:p>
        </p:txBody>
      </p:sp>
      <p:sp>
        <p:nvSpPr>
          <p:cNvPr id="16" name="生">
            <a:extLst xmlns:a="http://schemas.openxmlformats.org/drawingml/2006/main">
              <a:ext uri="{FF2B5EF4-FFF2-40B4-BE49-F238E27FC236}">
                <a16:creationId xmlns:a16="http://schemas.microsoft.com/office/drawing/2014/main" id="{304F3A2A-7519-4F1A-9FD0-B401F2D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0000">
            <a:off x="2870624" y="653432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</p:txBody>
      </p:sp>
      <p:sp>
        <p:nvSpPr>
          <p:cNvPr id="17" name="创">
            <a:extLst xmlns:a="http://schemas.openxmlformats.org/drawingml/2006/main">
              <a:ext uri="{FF2B5EF4-FFF2-40B4-BE49-F238E27FC236}">
                <a16:creationId xmlns:a16="http://schemas.microsoft.com/office/drawing/2014/main" id="{8C76F081-0911-4B0D-989F-A97679D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66579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创</a:t>
            </a:r>
          </a:p>
        </p:txBody>
      </p:sp>
      <p:sp>
        <p:nvSpPr>
          <p:cNvPr id="18" name="新">
            <a:extLst xmlns:a="http://schemas.openxmlformats.org/drawingml/2006/main">
              <a:ext uri="{FF2B5EF4-FFF2-40B4-BE49-F238E27FC236}">
                <a16:creationId xmlns:a16="http://schemas.microsoft.com/office/drawing/2014/main" id="{C8F8840C-3608-4BA9-ABA6-9AB1AA5F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0000">
            <a:off x="4558876" y="653432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新</a:t>
            </a:r>
          </a:p>
        </p:txBody>
      </p:sp>
      <p:sp>
        <p:nvSpPr>
          <p:cNvPr id="19" name="论">
            <a:extLst xmlns:a="http://schemas.openxmlformats.org/drawingml/2006/main">
              <a:ext uri="{FF2B5EF4-FFF2-40B4-BE49-F238E27FC236}">
                <a16:creationId xmlns:a16="http://schemas.microsoft.com/office/drawing/2014/main" id="{7AB0BE08-DD21-4C58-9513-E868864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0000">
            <a:off x="5332079" y="617377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20" name="坛">
            <a:extLst xmlns:a="http://schemas.openxmlformats.org/drawingml/2006/main">
              <a:ext uri="{FF2B5EF4-FFF2-40B4-BE49-F238E27FC236}">
                <a16:creationId xmlns:a16="http://schemas.microsoft.com/office/drawing/2014/main" id="{E602175C-1CCD-4119-ABF9-2DE2A91A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0">
            <a:off x="5969391" y="5606619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坛</a:t>
            </a:r>
          </a:p>
        </p:txBody>
      </p:sp>
      <p:sp>
        <p:nvSpPr>
          <p:cNvPr id="21" name="2025">
            <a:extLst xmlns:a="http://schemas.openxmlformats.org/drawingml/2006/main">
              <a:ext uri="{FF2B5EF4-FFF2-40B4-BE49-F238E27FC236}">
                <a16:creationId xmlns:a16="http://schemas.microsoft.com/office/drawing/2014/main" id="{15B7E8D3-8427-48D4-AF46-040120DC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971675"/>
            <a:ext cx="1571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479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2" name="光束">
            <a:extLst xmlns:a="http://schemas.openxmlformats.org/drawingml/2006/main">
              <a:ext uri="{FF2B5EF4-FFF2-40B4-BE49-F238E27FC236}">
                <a16:creationId xmlns:a16="http://schemas.microsoft.com/office/drawing/2014/main" id="{D32F3D8C-904F-4939-9068-2D3FDD8E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光束">
            <a:extLst xmlns:a="http://schemas.openxmlformats.org/drawingml/2006/main">
              <a:ext uri="{FF2B5EF4-FFF2-40B4-BE49-F238E27FC236}">
                <a16:creationId xmlns:a16="http://schemas.microsoft.com/office/drawing/2014/main" id="{B5D789FC-3FB9-4B4C-99A6-36E88E79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光束">
            <a:extLst xmlns:a="http://schemas.openxmlformats.org/drawingml/2006/main">
              <a:ext uri="{FF2B5EF4-FFF2-40B4-BE49-F238E27FC236}">
                <a16:creationId xmlns:a16="http://schemas.microsoft.com/office/drawing/2014/main" id="{BBBFD0C6-1946-4953-91D3-8D42BA0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光束">
            <a:extLst xmlns:a="http://schemas.openxmlformats.org/drawingml/2006/main">
              <a:ext uri="{FF2B5EF4-FFF2-40B4-BE49-F238E27FC236}">
                <a16:creationId xmlns:a16="http://schemas.microsoft.com/office/drawing/2014/main" id="{3B5E6110-4AE8-4E08-8F5B-694D90EA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光束">
            <a:extLst xmlns:a="http://schemas.openxmlformats.org/drawingml/2006/main">
              <a:ext uri="{FF2B5EF4-FFF2-40B4-BE49-F238E27FC236}">
                <a16:creationId xmlns:a16="http://schemas.microsoft.com/office/drawing/2014/main" id="{9A03BE93-8FC9-4AD6-B9C9-10C5A304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光束">
            <a:extLst xmlns:a="http://schemas.openxmlformats.org/drawingml/2006/main">
              <a:ext uri="{FF2B5EF4-FFF2-40B4-BE49-F238E27FC236}">
                <a16:creationId xmlns:a16="http://schemas.microsoft.com/office/drawing/2014/main" id="{BC6B9DAB-C282-4A81-84AC-050B47B1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光束">
            <a:extLst xmlns:a="http://schemas.openxmlformats.org/drawingml/2006/main">
              <a:ext uri="{FF2B5EF4-FFF2-40B4-BE49-F238E27FC236}">
                <a16:creationId xmlns:a16="http://schemas.microsoft.com/office/drawing/2014/main" id="{375CCDEA-7183-472F-9574-F9C8C31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光束">
            <a:extLst xmlns:a="http://schemas.openxmlformats.org/drawingml/2006/main">
              <a:ext uri="{FF2B5EF4-FFF2-40B4-BE49-F238E27FC236}">
                <a16:creationId xmlns:a16="http://schemas.microsoft.com/office/drawing/2014/main" id="{8A10F9BF-7A5F-4673-8E26-27E2BFB4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光束">
            <a:extLst xmlns:a="http://schemas.openxmlformats.org/drawingml/2006/main">
              <a:ext uri="{FF2B5EF4-FFF2-40B4-BE49-F238E27FC236}">
                <a16:creationId xmlns:a16="http://schemas.microsoft.com/office/drawing/2014/main" id="{53EF779D-72A9-4515-8A92-7CE688B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光束">
            <a:extLst xmlns:a="http://schemas.openxmlformats.org/drawingml/2006/main">
              <a:ext uri="{FF2B5EF4-FFF2-40B4-BE49-F238E27FC236}">
                <a16:creationId xmlns:a16="http://schemas.microsoft.com/office/drawing/2014/main" id="{60B3A8F6-4129-4BCF-BDC5-01C45841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光束">
            <a:extLst xmlns:a="http://schemas.openxmlformats.org/drawingml/2006/main">
              <a:ext uri="{FF2B5EF4-FFF2-40B4-BE49-F238E27FC236}">
                <a16:creationId xmlns:a16="http://schemas.microsoft.com/office/drawing/2014/main" id="{FDC04728-A447-46DA-AAEC-C091AE7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D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光束">
            <a:extLst xmlns:a="http://schemas.openxmlformats.org/drawingml/2006/main">
              <a:ext uri="{FF2B5EF4-FFF2-40B4-BE49-F238E27FC236}">
                <a16:creationId xmlns:a16="http://schemas.microsoft.com/office/drawing/2014/main" id="{11F4AB5E-8976-4CEF-B8D4-0E3323A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光束">
            <a:extLst xmlns:a="http://schemas.openxmlformats.org/drawingml/2006/main">
              <a:ext uri="{FF2B5EF4-FFF2-40B4-BE49-F238E27FC236}">
                <a16:creationId xmlns:a16="http://schemas.microsoft.com/office/drawing/2014/main" id="{3C169878-6F28-40AE-8764-1B78DBD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光束">
            <a:extLst xmlns:a="http://schemas.openxmlformats.org/drawingml/2006/main">
              <a:ext uri="{FF2B5EF4-FFF2-40B4-BE49-F238E27FC236}">
                <a16:creationId xmlns:a16="http://schemas.microsoft.com/office/drawing/2014/main" id="{A7000579-10C5-462D-9042-572674AE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光束">
            <a:extLst xmlns:a="http://schemas.openxmlformats.org/drawingml/2006/main">
              <a:ext uri="{FF2B5EF4-FFF2-40B4-BE49-F238E27FC236}">
                <a16:creationId xmlns:a16="http://schemas.microsoft.com/office/drawing/2014/main" id="{1AF54E6D-94C9-41B7-AB18-B1EE1D4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光束">
            <a:extLst xmlns:a="http://schemas.openxmlformats.org/drawingml/2006/main">
              <a:ext uri="{FF2B5EF4-FFF2-40B4-BE49-F238E27FC236}">
                <a16:creationId xmlns:a16="http://schemas.microsoft.com/office/drawing/2014/main" id="{7E9769C6-3AFB-40F3-AA7C-F504FD0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光束">
            <a:extLst xmlns:a="http://schemas.openxmlformats.org/drawingml/2006/main">
              <a:ext uri="{FF2B5EF4-FFF2-40B4-BE49-F238E27FC236}">
                <a16:creationId xmlns:a16="http://schemas.microsoft.com/office/drawing/2014/main" id="{17483312-97EA-4434-87E5-380CCBA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光束">
            <a:extLst xmlns:a="http://schemas.openxmlformats.org/drawingml/2006/main">
              <a:ext uri="{FF2B5EF4-FFF2-40B4-BE49-F238E27FC236}">
                <a16:creationId xmlns:a16="http://schemas.microsoft.com/office/drawing/2014/main" id="{19F1E35F-448C-4120-87A8-268E9B43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光束">
            <a:extLst xmlns:a="http://schemas.openxmlformats.org/drawingml/2006/main">
              <a:ext uri="{FF2B5EF4-FFF2-40B4-BE49-F238E27FC236}">
                <a16:creationId xmlns:a16="http://schemas.microsoft.com/office/drawing/2014/main" id="{211F6C36-C64D-4DA4-8D1B-0BDC6BE1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光束">
            <a:extLst xmlns:a="http://schemas.openxmlformats.org/drawingml/2006/main">
              <a:ext uri="{FF2B5EF4-FFF2-40B4-BE49-F238E27FC236}">
                <a16:creationId xmlns:a16="http://schemas.microsoft.com/office/drawing/2014/main" id="{C69A93B6-F856-42C5-8E8B-7E946FC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光束">
            <a:extLst xmlns:a="http://schemas.openxmlformats.org/drawingml/2006/main">
              <a:ext uri="{FF2B5EF4-FFF2-40B4-BE49-F238E27FC236}">
                <a16:creationId xmlns:a16="http://schemas.microsoft.com/office/drawing/2014/main" id="{4504D506-4243-4998-B1C6-C4DA022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光束">
            <a:extLst xmlns:a="http://schemas.openxmlformats.org/drawingml/2006/main">
              <a:ext uri="{FF2B5EF4-FFF2-40B4-BE49-F238E27FC236}">
                <a16:creationId xmlns:a16="http://schemas.microsoft.com/office/drawing/2014/main" id="{A8037DDA-7846-4636-9D03-6F41B2D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光束">
            <a:extLst xmlns:a="http://schemas.openxmlformats.org/drawingml/2006/main">
              <a:ext uri="{FF2B5EF4-FFF2-40B4-BE49-F238E27FC236}">
                <a16:creationId xmlns:a16="http://schemas.microsoft.com/office/drawing/2014/main" id="{3192F865-BFD2-472D-A670-027B64E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光束">
            <a:extLst xmlns:a="http://schemas.openxmlformats.org/drawingml/2006/main">
              <a:ext uri="{FF2B5EF4-FFF2-40B4-BE49-F238E27FC236}">
                <a16:creationId xmlns:a16="http://schemas.microsoft.com/office/drawing/2014/main" id="{27592690-E855-48AE-B1B7-A8B76A2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771775"/>
            <a:ext cx="4572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光传感器">
            <a:extLst xmlns:a="http://schemas.openxmlformats.org/drawingml/2006/main">
              <a:ext uri="{FF2B5EF4-FFF2-40B4-BE49-F238E27FC236}">
                <a16:creationId xmlns:a16="http://schemas.microsoft.com/office/drawing/2014/main" id="{5E2DF25A-14C3-4C7A-8235-3531181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1900238" y="2714625"/>
            <a:ext cx="500063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4F5"/>
          </a:solidFill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47" name="传感器透镜">
            <a:extLst xmlns:a="http://schemas.openxmlformats.org/drawingml/2006/main">
              <a:ext uri="{FF2B5EF4-FFF2-40B4-BE49-F238E27FC236}">
                <a16:creationId xmlns:a16="http://schemas.microsoft.com/office/drawing/2014/main" id="{136C0395-F41A-4CF9-9203-C4AD699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2028825" y="2857500"/>
            <a:ext cx="214313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BF"/>
          </a:solidFill>
          <a:ln xmlns:a="http://schemas.openxmlformats.org/drawingml/2006/main" w="22860">
            <a:solidFill>
              <a:srgbClr val="08479F"/>
            </a:solidFill>
            <a:prstDash val="solid"/>
          </a:ln>
        </p:spPr>
      </p:sp>
      <p:sp>
        <p:nvSpPr>
          <p:cNvPr id="48" name="左脑">
            <a:extLst xmlns:a="http://schemas.openxmlformats.org/drawingml/2006/main">
              <a:ext uri="{FF2B5EF4-FFF2-40B4-BE49-F238E27FC236}">
                <a16:creationId xmlns:a16="http://schemas.microsoft.com/office/drawing/2014/main" id="{0FBA6F1E-7B4D-4850-94B5-9183287D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619125"/>
                </a:moveTo>
                <a:cubicBezTo>
                  <a:pt x="1600200" y="581025"/>
                  <a:pt x="1533525" y="609600"/>
                  <a:pt x="1524000" y="676275"/>
                </a:cubicBezTo>
                <a:cubicBezTo>
                  <a:pt x="1447800" y="657225"/>
                  <a:pt x="1381125" y="714375"/>
                  <a:pt x="1400175" y="781050"/>
                </a:cubicBezTo>
                <a:cubicBezTo>
                  <a:pt x="1314450" y="800100"/>
                  <a:pt x="1323975" y="866775"/>
                  <a:pt x="1362075" y="904875"/>
                </a:cubicBezTo>
                <a:cubicBezTo>
                  <a:pt x="1295400" y="971550"/>
                  <a:pt x="1333500" y="1047750"/>
                  <a:pt x="1409700" y="1047750"/>
                </a:cubicBezTo>
                <a:cubicBezTo>
                  <a:pt x="1457325" y="1019175"/>
                  <a:pt x="1495425" y="1066800"/>
                  <a:pt x="1552575" y="1038225"/>
                </a:cubicBezTo>
                <a:cubicBezTo>
                  <a:pt x="1600200" y="1095375"/>
                  <a:pt x="1657350" y="1057275"/>
                  <a:pt x="1685925" y="1047750"/>
                </a:cubicBezTo>
                <a:lnTo>
                  <a:pt x="1685925" y="647700"/>
                </a:lnTo>
                <a:close/>
              </a:path>
            </a:pathLst>
          </a:custGeom>
          <a:solidFill xmlns:a="http://schemas.openxmlformats.org/drawingml/2006/main">
            <a:srgbClr val="68D4F5"/>
          </a:solidFill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49" name="右脑">
            <a:extLst xmlns:a="http://schemas.openxmlformats.org/drawingml/2006/main">
              <a:ext uri="{FF2B5EF4-FFF2-40B4-BE49-F238E27FC236}">
                <a16:creationId xmlns:a16="http://schemas.microsoft.com/office/drawing/2014/main" id="{5E5E79C8-8DE3-426C-B806-041528A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33550" y="647700"/>
                </a:moveTo>
                <a:cubicBezTo>
                  <a:pt x="1790700" y="619125"/>
                  <a:pt x="1847850" y="657225"/>
                  <a:pt x="1885950" y="714375"/>
                </a:cubicBezTo>
                <a:cubicBezTo>
                  <a:pt x="1943100" y="723900"/>
                  <a:pt x="2009775" y="800100"/>
                  <a:pt x="2009775" y="857250"/>
                </a:cubicBezTo>
                <a:cubicBezTo>
                  <a:pt x="2076450" y="904875"/>
                  <a:pt x="2047875" y="981075"/>
                  <a:pt x="2009775" y="1019175"/>
                </a:cubicBezTo>
                <a:cubicBezTo>
                  <a:pt x="2038350" y="1076325"/>
                  <a:pt x="1981200" y="1133475"/>
                  <a:pt x="1914525" y="1133475"/>
                </a:cubicBezTo>
                <a:lnTo>
                  <a:pt x="1914525" y="1190625"/>
                </a:lnTo>
                <a:lnTo>
                  <a:pt x="1714500" y="1190625"/>
                </a:lnTo>
                <a:lnTo>
                  <a:pt x="1714500" y="657225"/>
                </a:lnTo>
                <a:close/>
              </a:path>
            </a:pathLst>
          </a:custGeom>
          <a:solidFill xmlns:a="http://schemas.openxmlformats.org/drawingml/2006/main">
            <a:srgbClr val="08479F"/>
          </a:solidFill>
          <a:ln xmlns:a="http://schemas.openxmlformats.org/drawingml/2006/main" w="22860">
            <a:solidFill>
              <a:srgbClr val="08479F"/>
            </a:solidFill>
            <a:prstDash val="solid"/>
          </a:ln>
        </p:spPr>
      </p:sp>
      <p:sp>
        <p:nvSpPr>
          <p:cNvPr id="50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A9EB5F7D-EEDB-4E23-9D4B-87D7B25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562100" y="685800"/>
                </a:moveTo>
                <a:cubicBezTo>
                  <a:pt x="1495425" y="723900"/>
                  <a:pt x="1571625" y="762000"/>
                  <a:pt x="1504950" y="790575"/>
                </a:cubicBezTo>
                <a:cubicBezTo>
                  <a:pt x="1419225" y="771525"/>
                  <a:pt x="1390650" y="819150"/>
                  <a:pt x="1428750" y="8667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1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CAE4E62F-1691-4D0E-B057-FD5A14E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28775" y="666750"/>
                </a:moveTo>
                <a:cubicBezTo>
                  <a:pt x="1666875" y="733425"/>
                  <a:pt x="1581150" y="733425"/>
                  <a:pt x="1600200" y="790575"/>
                </a:cubicBezTo>
                <a:cubicBezTo>
                  <a:pt x="1619250" y="838200"/>
                  <a:pt x="1552575" y="866775"/>
                  <a:pt x="1504950" y="847725"/>
                </a:cubicBezTo>
                <a:cubicBezTo>
                  <a:pt x="1438275" y="838200"/>
                  <a:pt x="1381125" y="885825"/>
                  <a:pt x="1409700" y="9429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2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F93C9DA7-1A5C-4739-B353-33266E83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838200"/>
                </a:moveTo>
                <a:cubicBezTo>
                  <a:pt x="1609725" y="828675"/>
                  <a:pt x="1571625" y="895350"/>
                  <a:pt x="1609725" y="942975"/>
                </a:cubicBezTo>
                <a:cubicBezTo>
                  <a:pt x="1562100" y="952500"/>
                  <a:pt x="1543050" y="1000125"/>
                  <a:pt x="1552575" y="1038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3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A2E63EA2-2A68-495C-848C-E1B52D2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362075" y="981075"/>
                </a:moveTo>
                <a:cubicBezTo>
                  <a:pt x="1419225" y="923925"/>
                  <a:pt x="1476375" y="962025"/>
                  <a:pt x="1504950" y="10001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4" name="脑回曲线">
            <a:extLst xmlns:a="http://schemas.openxmlformats.org/drawingml/2006/main">
              <a:ext uri="{FF2B5EF4-FFF2-40B4-BE49-F238E27FC236}">
                <a16:creationId xmlns:a16="http://schemas.microsoft.com/office/drawing/2014/main" id="{B43C2D0B-5A59-43EB-B480-17A5552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676400" y="981075"/>
                </a:moveTo>
                <a:cubicBezTo>
                  <a:pt x="1647825" y="942975"/>
                  <a:pt x="1609725" y="952500"/>
                  <a:pt x="1590675" y="971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55" name="脑电路">
            <a:extLst xmlns:a="http://schemas.openxmlformats.org/drawingml/2006/main">
              <a:ext uri="{FF2B5EF4-FFF2-40B4-BE49-F238E27FC236}">
                <a16:creationId xmlns:a16="http://schemas.microsoft.com/office/drawing/2014/main" id="{B038EE61-3513-46C5-BE5D-1BF21A73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71650" y="666750"/>
                </a:moveTo>
                <a:lnTo>
                  <a:pt x="1771650" y="838200"/>
                </a:lnTo>
                <a:lnTo>
                  <a:pt x="1847850" y="838200"/>
                </a:lnTo>
                <a:lnTo>
                  <a:pt x="1895475" y="895350"/>
                </a:lnTo>
                <a:lnTo>
                  <a:pt x="1971675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6" name="脑电路">
            <a:extLst xmlns:a="http://schemas.openxmlformats.org/drawingml/2006/main">
              <a:ext uri="{FF2B5EF4-FFF2-40B4-BE49-F238E27FC236}">
                <a16:creationId xmlns:a16="http://schemas.microsoft.com/office/drawing/2014/main" id="{1029F547-7D69-460F-809D-064D413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828800" y="733425"/>
                </a:moveTo>
                <a:lnTo>
                  <a:pt x="17716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7" name="脑电路">
            <a:extLst xmlns:a="http://schemas.openxmlformats.org/drawingml/2006/main">
              <a:ext uri="{FF2B5EF4-FFF2-40B4-BE49-F238E27FC236}">
                <a16:creationId xmlns:a16="http://schemas.microsoft.com/office/drawing/2014/main" id="{A8463037-EB28-48D8-90D8-7D754F2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24025" y="952500"/>
                </a:moveTo>
                <a:lnTo>
                  <a:pt x="1800225" y="952500"/>
                </a:lnTo>
                <a:lnTo>
                  <a:pt x="1847850" y="1000125"/>
                </a:lnTo>
                <a:lnTo>
                  <a:pt x="1952625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8" name="脑电路">
            <a:extLst xmlns:a="http://schemas.openxmlformats.org/drawingml/2006/main">
              <a:ext uri="{FF2B5EF4-FFF2-40B4-BE49-F238E27FC236}">
                <a16:creationId xmlns:a16="http://schemas.microsoft.com/office/drawing/2014/main" id="{F01698E6-05EE-4699-B3CB-DD316B5F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733550" y="1162050"/>
                </a:moveTo>
                <a:lnTo>
                  <a:pt x="1790700" y="1104900"/>
                </a:lnTo>
                <a:lnTo>
                  <a:pt x="179070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59" name="脑电路">
            <a:extLst xmlns:a="http://schemas.openxmlformats.org/drawingml/2006/main">
              <a:ext uri="{FF2B5EF4-FFF2-40B4-BE49-F238E27FC236}">
                <a16:creationId xmlns:a16="http://schemas.microsoft.com/office/drawing/2014/main" id="{80C8B17A-08E6-4C84-8C32-6B22A22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885950" y="742950"/>
                </a:moveTo>
                <a:lnTo>
                  <a:pt x="1924050" y="790575"/>
                </a:lnTo>
                <a:lnTo>
                  <a:pt x="192405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FFFFFF"/>
            </a:solidFill>
            <a:prstDash val="solid"/>
          </a:ln>
        </p:spPr>
      </p:sp>
      <p:sp>
        <p:nvSpPr>
          <p:cNvPr id="60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67325A11-68F8-4873-B801-EF4F391A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985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3135877E-392B-4343-87FF-47371DF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1574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89568CDD-6C12-4897-96DF-07C5C39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2643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942141AB-4144-4CE7-9EF8-3E20516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2814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6ADC55E1-7722-4299-B3D2-61340AA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29575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BEEB9B6E-D9A6-434B-9903-3F8273A6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38" y="30718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电路节点">
            <a:extLst xmlns:a="http://schemas.openxmlformats.org/drawingml/2006/main">
              <a:ext uri="{FF2B5EF4-FFF2-40B4-BE49-F238E27FC236}">
                <a16:creationId xmlns:a16="http://schemas.microsoft.com/office/drawing/2014/main" id="{D04857A6-D972-4C13-A9B6-0957977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24717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感知波形">
            <a:extLst xmlns:a="http://schemas.openxmlformats.org/drawingml/2006/main">
              <a:ext uri="{FF2B5EF4-FFF2-40B4-BE49-F238E27FC236}">
                <a16:creationId xmlns:a16="http://schemas.microsoft.com/office/drawing/2014/main" id="{CE0613A3-9A24-4306-9715-A4233D1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666750" y="1762125"/>
                </a:moveTo>
                <a:lnTo>
                  <a:pt x="752475" y="1762125"/>
                </a:lnTo>
                <a:cubicBezTo>
                  <a:pt x="800100" y="1762125"/>
                  <a:pt x="800100" y="1600200"/>
                  <a:pt x="838200" y="1609725"/>
                </a:cubicBezTo>
                <a:cubicBezTo>
                  <a:pt x="885825" y="1609725"/>
                  <a:pt x="876300" y="1847850"/>
                  <a:pt x="923925" y="1847850"/>
                </a:cubicBezTo>
                <a:cubicBezTo>
                  <a:pt x="952500" y="1847850"/>
                  <a:pt x="962025" y="1695450"/>
                  <a:pt x="1000125" y="1714500"/>
                </a:cubicBezTo>
                <a:cubicBezTo>
                  <a:pt x="1038225" y="1714500"/>
                  <a:pt x="1028700" y="1781175"/>
                  <a:pt x="1076325" y="1771650"/>
                </a:cubicBezTo>
                <a:cubicBezTo>
                  <a:pt x="1114425" y="1771650"/>
                  <a:pt x="1133475" y="1733550"/>
                  <a:pt x="1171575" y="1733550"/>
                </a:cubicBezTo>
                <a:lnTo>
                  <a:pt x="1285875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8479F"/>
            </a:solidFill>
            <a:prstDash val="solid"/>
          </a:ln>
        </p:spPr>
      </p:sp>
      <p:sp>
        <p:nvSpPr>
          <p:cNvPr id="68" name="显示器边框">
            <a:extLst xmlns:a="http://schemas.openxmlformats.org/drawingml/2006/main">
              <a:ext uri="{FF2B5EF4-FFF2-40B4-BE49-F238E27FC236}">
                <a16:creationId xmlns:a16="http://schemas.microsoft.com/office/drawing/2014/main" id="{E24E55AD-289C-439E-ACEC-A82006BA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"/>
            <a:ext cx="245745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433">
            <a:solidFill>
              <a:srgbClr val="08479F"/>
            </a:solidFill>
            <a:prstDash val="solid"/>
          </a:ln>
        </p:spPr>
      </p:sp>
      <p:sp>
        <p:nvSpPr>
          <p:cNvPr id="69" name="显示器下边">
            <a:extLst xmlns:a="http://schemas.openxmlformats.org/drawingml/2006/main">
              <a:ext uri="{FF2B5EF4-FFF2-40B4-BE49-F238E27FC236}">
                <a16:creationId xmlns:a16="http://schemas.microsoft.com/office/drawing/2014/main" id="{1691710B-414B-451C-A4EF-7617DBFA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400675"/>
            <a:ext cx="2343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显示器支架">
            <a:extLst xmlns:a="http://schemas.openxmlformats.org/drawingml/2006/main">
              <a:ext uri="{FF2B5EF4-FFF2-40B4-BE49-F238E27FC236}">
                <a16:creationId xmlns:a16="http://schemas.microsoft.com/office/drawing/2014/main" id="{A3BDB1ED-493E-445E-8AA1-91C2EA7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543050" y="1857375"/>
                </a:moveTo>
                <a:lnTo>
                  <a:pt x="1800225" y="1857375"/>
                </a:lnTo>
                <a:lnTo>
                  <a:pt x="1838325" y="1914525"/>
                </a:lnTo>
                <a:lnTo>
                  <a:pt x="1495425" y="1914525"/>
                </a:lnTo>
                <a:close/>
              </a:path>
            </a:pathLst>
          </a:custGeom>
          <a:solidFill xmlns:a="http://schemas.openxmlformats.org/drawingml/2006/main">
            <a:srgbClr val="68D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显示器底座">
            <a:extLst xmlns:a="http://schemas.openxmlformats.org/drawingml/2006/main">
              <a:ext uri="{FF2B5EF4-FFF2-40B4-BE49-F238E27FC236}">
                <a16:creationId xmlns:a16="http://schemas.microsoft.com/office/drawing/2014/main" id="{292D5DF9-3C34-4574-AC36-0AF9387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495425" y="1933575"/>
                </a:moveTo>
                <a:lnTo>
                  <a:pt x="1895475" y="19335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479F"/>
            </a:solidFill>
            <a:prstDash val="solid"/>
          </a:ln>
        </p:spPr>
      </p:sp>
      <p:sp>
        <p:nvSpPr>
          <p:cNvPr id="72" name="芯片">
            <a:extLst xmlns:a="http://schemas.openxmlformats.org/drawingml/2006/main">
              <a:ext uri="{FF2B5EF4-FFF2-40B4-BE49-F238E27FC236}">
                <a16:creationId xmlns:a16="http://schemas.microsoft.com/office/drawing/2014/main" id="{8F0EE650-8BEB-4063-AE91-95F8D4F4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13430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C4"/>
          </a:solidFill>
          <a:ln xmlns:a="http://schemas.openxmlformats.org/drawingml/2006/main" w="14288">
            <a:solidFill>
              <a:srgbClr val="08479F"/>
            </a:solidFill>
            <a:prstDash val="solid"/>
          </a:ln>
        </p:spPr>
      </p:sp>
      <p:sp>
        <p:nvSpPr>
          <p:cNvPr id="73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71413480-B40E-4EE8-A47F-7426E87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020502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3CD7E23F-D971-4EF8-BC39-E5FD8C5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12623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9F14C3DA-F40A-49E6-80F2-AFE2A9A7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12623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30FB1DB2-95E3-42DF-A4B1-3A9A44A5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F8E9DC9A-9AE2-41DA-9290-A7CA3B3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6C3FB72A-D0FF-49AD-908A-D66A27BE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E8132676-9BD5-4A8F-86F1-8F10B3C3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54452259-A5DB-43B7-8306-24979FA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373" y="423195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D446FD34-5D93-4055-93D6-CB7B8145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B88FA7C9-93B4-4568-8DBE-09918A4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39D0446B-E782-4D73-9CF8-E0A9144C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43264771-EA21-40D0-9125-70F0C9E6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E6766506-AF6F-45B9-85D7-F505FCD4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4337685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55F19A62-570E-4231-8A46-80B6FEA9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F2DA412F-9468-42EC-946F-84D71A1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8F3517AA-1E5A-4AB1-A218-5756EE1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D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DB428929-3E36-413C-922F-B572B740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3011BA70-DCCD-4BC4-891E-267C4E9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373" y="4443413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D9E7077D-5BAC-4CF3-A79F-CB31BFBB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454914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E207CBEB-B3A4-43A7-A3DE-AEA4A78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4549140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芯片像素">
            <a:extLst xmlns:a="http://schemas.openxmlformats.org/drawingml/2006/main">
              <a:ext uri="{FF2B5EF4-FFF2-40B4-BE49-F238E27FC236}">
                <a16:creationId xmlns:a16="http://schemas.microsoft.com/office/drawing/2014/main" id="{614B661A-397A-46DC-B209-22B37CB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654868"/>
            <a:ext cx="85725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接口">
            <a:extLst xmlns:a="http://schemas.openxmlformats.org/drawingml/2006/main">
              <a:ext uri="{FF2B5EF4-FFF2-40B4-BE49-F238E27FC236}">
                <a16:creationId xmlns:a16="http://schemas.microsoft.com/office/drawing/2014/main" id="{C16BD430-2E9F-406B-9358-E984E10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57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接口">
            <a:extLst xmlns:a="http://schemas.openxmlformats.org/drawingml/2006/main">
              <a:ext uri="{FF2B5EF4-FFF2-40B4-BE49-F238E27FC236}">
                <a16:creationId xmlns:a16="http://schemas.microsoft.com/office/drawing/2014/main" id="{E1777763-380A-41CA-BB2A-4FBAD20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43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接口">
            <a:extLst xmlns:a="http://schemas.openxmlformats.org/drawingml/2006/main">
              <a:ext uri="{FF2B5EF4-FFF2-40B4-BE49-F238E27FC236}">
                <a16:creationId xmlns:a16="http://schemas.microsoft.com/office/drawing/2014/main" id="{7175A7AA-7FA6-4B67-8869-A2DA4FA5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接口">
            <a:extLst xmlns:a="http://schemas.openxmlformats.org/drawingml/2006/main">
              <a:ext uri="{FF2B5EF4-FFF2-40B4-BE49-F238E27FC236}">
                <a16:creationId xmlns:a16="http://schemas.microsoft.com/office/drawing/2014/main" id="{EDFF2600-EBE8-4B29-821E-6CDBE529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7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接口">
            <a:extLst xmlns:a="http://schemas.openxmlformats.org/drawingml/2006/main">
              <a:ext uri="{FF2B5EF4-FFF2-40B4-BE49-F238E27FC236}">
                <a16:creationId xmlns:a16="http://schemas.microsoft.com/office/drawing/2014/main" id="{CC787538-B500-4889-9258-E984D76A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显示器信号曲线">
            <a:extLst xmlns:a="http://schemas.openxmlformats.org/drawingml/2006/main">
              <a:ext uri="{FF2B5EF4-FFF2-40B4-BE49-F238E27FC236}">
                <a16:creationId xmlns:a16="http://schemas.microsoft.com/office/drawing/2014/main" id="{55AD9601-9D00-4138-9CF3-33EEB07A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72450" cy="8172450"/>
          </a:xfrm>
          <a:custGeom xmlns:a="http://schemas.openxmlformats.org/drawingml/2006/main">
            <a:pathLst>
              <a:path w="2724150" h="2724150">
                <a:moveTo>
                  <a:pt x="1304925" y="1714500"/>
                </a:moveTo>
                <a:cubicBezTo>
                  <a:pt x="1323975" y="1714500"/>
                  <a:pt x="1323975" y="1647825"/>
                  <a:pt x="1352550" y="1657350"/>
                </a:cubicBezTo>
                <a:cubicBezTo>
                  <a:pt x="1381125" y="1666875"/>
                  <a:pt x="1371600" y="1752600"/>
                  <a:pt x="1400175" y="1724025"/>
                </a:cubicBezTo>
                <a:cubicBezTo>
                  <a:pt x="1419225" y="1714500"/>
                  <a:pt x="1419225" y="1647825"/>
                  <a:pt x="1447800" y="1657350"/>
                </a:cubicBezTo>
                <a:cubicBezTo>
                  <a:pt x="1476375" y="1666875"/>
                  <a:pt x="1466850" y="1752600"/>
                  <a:pt x="1495425" y="1724025"/>
                </a:cubicBezTo>
                <a:cubicBezTo>
                  <a:pt x="1514475" y="1714500"/>
                  <a:pt x="1514475" y="1647825"/>
                  <a:pt x="1543050" y="1657350"/>
                </a:cubicBezTo>
                <a:cubicBezTo>
                  <a:pt x="1571625" y="1666875"/>
                  <a:pt x="1562100" y="1752600"/>
                  <a:pt x="1590675" y="1724025"/>
                </a:cubicBezTo>
                <a:cubicBezTo>
                  <a:pt x="1609725" y="1714500"/>
                  <a:pt x="1609725" y="1647825"/>
                  <a:pt x="1638300" y="1657350"/>
                </a:cubicBezTo>
                <a:cubicBezTo>
                  <a:pt x="1666875" y="1666875"/>
                  <a:pt x="1657350" y="1752600"/>
                  <a:pt x="1685925" y="1724025"/>
                </a:cubicBezTo>
                <a:cubicBezTo>
                  <a:pt x="1704975" y="1714500"/>
                  <a:pt x="1704975" y="1647825"/>
                  <a:pt x="1733550" y="1657350"/>
                </a:cubicBezTo>
                <a:cubicBezTo>
                  <a:pt x="1762125" y="1666875"/>
                  <a:pt x="1752600" y="1752600"/>
                  <a:pt x="1781175" y="1724025"/>
                </a:cubicBezTo>
                <a:cubicBezTo>
                  <a:pt x="1800225" y="1714500"/>
                  <a:pt x="1800225" y="1647825"/>
                  <a:pt x="1828800" y="1657350"/>
                </a:cubicBezTo>
                <a:cubicBezTo>
                  <a:pt x="1857375" y="1666875"/>
                  <a:pt x="1847850" y="1752600"/>
                  <a:pt x="1876425" y="1724025"/>
                </a:cubicBezTo>
                <a:cubicBezTo>
                  <a:pt x="1895475" y="1714500"/>
                  <a:pt x="1895475" y="1647825"/>
                  <a:pt x="1924050" y="1657350"/>
                </a:cubicBezTo>
                <a:cubicBezTo>
                  <a:pt x="1952625" y="1666875"/>
                  <a:pt x="1943100" y="1752600"/>
                  <a:pt x="1971675" y="1724025"/>
                </a:cubicBezTo>
                <a:cubicBezTo>
                  <a:pt x="1990725" y="1714500"/>
                  <a:pt x="1990725" y="1647825"/>
                  <a:pt x="2019300" y="1657350"/>
                </a:cubicBezTo>
                <a:cubicBezTo>
                  <a:pt x="2047875" y="1666875"/>
                  <a:pt x="2038350" y="1752600"/>
                  <a:pt x="2066925" y="1724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68D4F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34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2026-10-19T07:40:29.2220000Z</dcterms:created>
  <dcterms:modified xsi:type="dcterms:W3CDTF">2026-10-19T07:40:29.2220000Z</dcterms:modified>
</coreProperties>
</file>